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086F07-32FD-44E0-A550-DADF8B5D90B1}" v="224" dt="2026-04-09T12:43:09.6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hra Aman" userId="6a074406e09099cd" providerId="Windows Live" clId="Web-{15086F07-32FD-44E0-A550-DADF8B5D90B1}"/>
    <pc:docChg chg="addSld delSld modSld">
      <pc:chgData name="Zehra Aman" userId="6a074406e09099cd" providerId="Windows Live" clId="Web-{15086F07-32FD-44E0-A550-DADF8B5D90B1}" dt="2026-04-09T12:43:09.641" v="220" actId="1076"/>
      <pc:docMkLst>
        <pc:docMk/>
      </pc:docMkLst>
      <pc:sldChg chg="modSp">
        <pc:chgData name="Zehra Aman" userId="6a074406e09099cd" providerId="Windows Live" clId="Web-{15086F07-32FD-44E0-A550-DADF8B5D90B1}" dt="2026-04-09T12:32:38.233" v="73" actId="20577"/>
        <pc:sldMkLst>
          <pc:docMk/>
          <pc:sldMk cId="0" sldId="256"/>
        </pc:sldMkLst>
        <pc:spChg chg="mod">
          <ac:chgData name="Zehra Aman" userId="6a074406e09099cd" providerId="Windows Live" clId="Web-{15086F07-32FD-44E0-A550-DADF8B5D90B1}" dt="2026-04-09T12:31:29.029" v="26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Zehra Aman" userId="6a074406e09099cd" providerId="Windows Live" clId="Web-{15086F07-32FD-44E0-A550-DADF8B5D90B1}" dt="2026-04-09T12:31:46.154" v="36" actId="20577"/>
          <ac:spMkLst>
            <pc:docMk/>
            <pc:sldMk cId="0" sldId="256"/>
            <ac:spMk id="19" creationId="{00000000-0000-0000-0000-000000000000}"/>
          </ac:spMkLst>
        </pc:spChg>
        <pc:spChg chg="mod">
          <ac:chgData name="Zehra Aman" userId="6a074406e09099cd" providerId="Windows Live" clId="Web-{15086F07-32FD-44E0-A550-DADF8B5D90B1}" dt="2026-04-09T12:32:13.889" v="58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Zehra Aman" userId="6a074406e09099cd" providerId="Windows Live" clId="Web-{15086F07-32FD-44E0-A550-DADF8B5D90B1}" dt="2026-04-09T12:32:38.233" v="73" actId="20577"/>
          <ac:spMkLst>
            <pc:docMk/>
            <pc:sldMk cId="0" sldId="256"/>
            <ac:spMk id="27" creationId="{00000000-0000-0000-0000-000000000000}"/>
          </ac:spMkLst>
        </pc:spChg>
      </pc:sldChg>
      <pc:sldChg chg="addSp delSp modSp">
        <pc:chgData name="Zehra Aman" userId="6a074406e09099cd" providerId="Windows Live" clId="Web-{15086F07-32FD-44E0-A550-DADF8B5D90B1}" dt="2026-04-09T12:33:30.531" v="83" actId="1076"/>
        <pc:sldMkLst>
          <pc:docMk/>
          <pc:sldMk cId="0" sldId="258"/>
        </pc:sldMkLst>
        <pc:spChg chg="add mod">
          <ac:chgData name="Zehra Aman" userId="6a074406e09099cd" providerId="Windows Live" clId="Web-{15086F07-32FD-44E0-A550-DADF8B5D90B1}" dt="2026-04-09T12:33:30.531" v="83" actId="1076"/>
          <ac:spMkLst>
            <pc:docMk/>
            <pc:sldMk cId="0" sldId="258"/>
            <ac:spMk id="6" creationId="{C4E6022B-7813-0277-90AA-6183A4524824}"/>
          </ac:spMkLst>
        </pc:spChg>
        <pc:spChg chg="del">
          <ac:chgData name="Zehra Aman" userId="6a074406e09099cd" providerId="Windows Live" clId="Web-{15086F07-32FD-44E0-A550-DADF8B5D90B1}" dt="2026-04-09T12:32:45.858" v="78"/>
          <ac:spMkLst>
            <pc:docMk/>
            <pc:sldMk cId="0" sldId="258"/>
            <ac:spMk id="19" creationId="{7BA53C9D-AAA2-05C7-14B1-F7DA481CA53F}"/>
          </ac:spMkLst>
        </pc:spChg>
        <pc:spChg chg="del">
          <ac:chgData name="Zehra Aman" userId="6a074406e09099cd" providerId="Windows Live" clId="Web-{15086F07-32FD-44E0-A550-DADF8B5D90B1}" dt="2026-04-09T12:32:45.858" v="77"/>
          <ac:spMkLst>
            <pc:docMk/>
            <pc:sldMk cId="0" sldId="258"/>
            <ac:spMk id="20" creationId="{FBB90A13-7196-D2E6-20B4-845F03152899}"/>
          </ac:spMkLst>
        </pc:spChg>
        <pc:spChg chg="del">
          <ac:chgData name="Zehra Aman" userId="6a074406e09099cd" providerId="Windows Live" clId="Web-{15086F07-32FD-44E0-A550-DADF8B5D90B1}" dt="2026-04-09T12:32:45.858" v="76"/>
          <ac:spMkLst>
            <pc:docMk/>
            <pc:sldMk cId="0" sldId="258"/>
            <ac:spMk id="21" creationId="{4BCD0967-8763-EBD0-918B-8930803EE40C}"/>
          </ac:spMkLst>
        </pc:spChg>
        <pc:spChg chg="del">
          <ac:chgData name="Zehra Aman" userId="6a074406e09099cd" providerId="Windows Live" clId="Web-{15086F07-32FD-44E0-A550-DADF8B5D90B1}" dt="2026-04-09T12:32:45.858" v="75"/>
          <ac:spMkLst>
            <pc:docMk/>
            <pc:sldMk cId="0" sldId="258"/>
            <ac:spMk id="22" creationId="{A079AF38-4D82-61EA-A6DE-714C1225E65B}"/>
          </ac:spMkLst>
        </pc:spChg>
        <pc:spChg chg="del">
          <ac:chgData name="Zehra Aman" userId="6a074406e09099cd" providerId="Windows Live" clId="Web-{15086F07-32FD-44E0-A550-DADF8B5D90B1}" dt="2026-04-09T12:32:45.858" v="74"/>
          <ac:spMkLst>
            <pc:docMk/>
            <pc:sldMk cId="0" sldId="258"/>
            <ac:spMk id="23" creationId="{E42052B7-1005-7C95-89EC-CBD8D61EEAEE}"/>
          </ac:spMkLst>
        </pc:spChg>
      </pc:sldChg>
      <pc:sldChg chg="addSp delSp modSp">
        <pc:chgData name="Zehra Aman" userId="6a074406e09099cd" providerId="Windows Live" clId="Web-{15086F07-32FD-44E0-A550-DADF8B5D90B1}" dt="2026-04-09T12:34:40.938" v="96" actId="20577"/>
        <pc:sldMkLst>
          <pc:docMk/>
          <pc:sldMk cId="0" sldId="259"/>
        </pc:sldMkLst>
        <pc:spChg chg="add mod">
          <ac:chgData name="Zehra Aman" userId="6a074406e09099cd" providerId="Windows Live" clId="Web-{15086F07-32FD-44E0-A550-DADF8B5D90B1}" dt="2026-04-09T12:34:40.938" v="96" actId="20577"/>
          <ac:spMkLst>
            <pc:docMk/>
            <pc:sldMk cId="0" sldId="259"/>
            <ac:spMk id="6" creationId="{EE76AC24-5CB7-D860-6A01-E6D8ABD38610}"/>
          </ac:spMkLst>
        </pc:spChg>
        <pc:spChg chg="del">
          <ac:chgData name="Zehra Aman" userId="6a074406e09099cd" providerId="Windows Live" clId="Web-{15086F07-32FD-44E0-A550-DADF8B5D90B1}" dt="2026-04-09T12:33:40.218" v="8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Zehra Aman" userId="6a074406e09099cd" providerId="Windows Live" clId="Web-{15086F07-32FD-44E0-A550-DADF8B5D90B1}" dt="2026-04-09T12:33:40.218" v="87"/>
          <ac:spMkLst>
            <pc:docMk/>
            <pc:sldMk cId="0" sldId="259"/>
            <ac:spMk id="15" creationId="{00000000-0000-0000-0000-000000000000}"/>
          </ac:spMkLst>
        </pc:spChg>
        <pc:spChg chg="del">
          <ac:chgData name="Zehra Aman" userId="6a074406e09099cd" providerId="Windows Live" clId="Web-{15086F07-32FD-44E0-A550-DADF8B5D90B1}" dt="2026-04-09T12:33:40.218" v="86"/>
          <ac:spMkLst>
            <pc:docMk/>
            <pc:sldMk cId="0" sldId="259"/>
            <ac:spMk id="16" creationId="{00000000-0000-0000-0000-000000000000}"/>
          </ac:spMkLst>
        </pc:spChg>
        <pc:spChg chg="del">
          <ac:chgData name="Zehra Aman" userId="6a074406e09099cd" providerId="Windows Live" clId="Web-{15086F07-32FD-44E0-A550-DADF8B5D90B1}" dt="2026-04-09T12:33:40.218" v="85"/>
          <ac:spMkLst>
            <pc:docMk/>
            <pc:sldMk cId="0" sldId="259"/>
            <ac:spMk id="17" creationId="{00000000-0000-0000-0000-000000000000}"/>
          </ac:spMkLst>
        </pc:spChg>
        <pc:spChg chg="del">
          <ac:chgData name="Zehra Aman" userId="6a074406e09099cd" providerId="Windows Live" clId="Web-{15086F07-32FD-44E0-A550-DADF8B5D90B1}" dt="2026-04-09T12:33:40.218" v="84"/>
          <ac:spMkLst>
            <pc:docMk/>
            <pc:sldMk cId="0" sldId="259"/>
            <ac:spMk id="18" creationId="{00000000-0000-0000-0000-000000000000}"/>
          </ac:spMkLst>
        </pc:spChg>
      </pc:sldChg>
      <pc:sldChg chg="addSp delSp modSp">
        <pc:chgData name="Zehra Aman" userId="6a074406e09099cd" providerId="Windows Live" clId="Web-{15086F07-32FD-44E0-A550-DADF8B5D90B1}" dt="2026-04-09T12:35:18.394" v="102" actId="1076"/>
        <pc:sldMkLst>
          <pc:docMk/>
          <pc:sldMk cId="0" sldId="260"/>
        </pc:sldMkLst>
        <pc:spChg chg="add mod">
          <ac:chgData name="Zehra Aman" userId="6a074406e09099cd" providerId="Windows Live" clId="Web-{15086F07-32FD-44E0-A550-DADF8B5D90B1}" dt="2026-04-09T12:35:18.394" v="102" actId="1076"/>
          <ac:spMkLst>
            <pc:docMk/>
            <pc:sldMk cId="0" sldId="260"/>
            <ac:spMk id="6" creationId="{482795C3-2C32-3C9F-A9C1-7CDBF714D2BC}"/>
          </ac:spMkLst>
        </pc:spChg>
        <pc:spChg chg="del">
          <ac:chgData name="Zehra Aman" userId="6a074406e09099cd" providerId="Windows Live" clId="Web-{15086F07-32FD-44E0-A550-DADF8B5D90B1}" dt="2026-04-09T12:35:03.908" v="97"/>
          <ac:spMkLst>
            <pc:docMk/>
            <pc:sldMk cId="0" sldId="260"/>
            <ac:spMk id="14" creationId="{00000000-0000-0000-0000-000000000000}"/>
          </ac:spMkLst>
        </pc:spChg>
      </pc:sldChg>
      <pc:sldChg chg="addSp delSp modSp">
        <pc:chgData name="Zehra Aman" userId="6a074406e09099cd" providerId="Windows Live" clId="Web-{15086F07-32FD-44E0-A550-DADF8B5D90B1}" dt="2026-04-09T12:38:56.428" v="141" actId="20577"/>
        <pc:sldMkLst>
          <pc:docMk/>
          <pc:sldMk cId="0" sldId="261"/>
        </pc:sldMkLst>
        <pc:spChg chg="del mod">
          <ac:chgData name="Zehra Aman" userId="6a074406e09099cd" providerId="Windows Live" clId="Web-{15086F07-32FD-44E0-A550-DADF8B5D90B1}" dt="2026-04-09T12:36:15.369" v="116"/>
          <ac:spMkLst>
            <pc:docMk/>
            <pc:sldMk cId="0" sldId="261"/>
            <ac:spMk id="9" creationId="{00000000-0000-0000-0000-000000000000}"/>
          </ac:spMkLst>
        </pc:spChg>
        <pc:spChg chg="del mod">
          <ac:chgData name="Zehra Aman" userId="6a074406e09099cd" providerId="Windows Live" clId="Web-{15086F07-32FD-44E0-A550-DADF8B5D90B1}" dt="2026-04-09T12:36:33.558" v="121"/>
          <ac:spMkLst>
            <pc:docMk/>
            <pc:sldMk cId="0" sldId="261"/>
            <ac:spMk id="13" creationId="{00000000-0000-0000-0000-000000000000}"/>
          </ac:spMkLst>
        </pc:spChg>
        <pc:spChg chg="del">
          <ac:chgData name="Zehra Aman" userId="6a074406e09099cd" providerId="Windows Live" clId="Web-{15086F07-32FD-44E0-A550-DADF8B5D90B1}" dt="2026-04-09T12:37:11.546" v="128"/>
          <ac:spMkLst>
            <pc:docMk/>
            <pc:sldMk cId="0" sldId="261"/>
            <ac:spMk id="17" creationId="{00000000-0000-0000-0000-000000000000}"/>
          </ac:spMkLst>
        </pc:spChg>
        <pc:spChg chg="del">
          <ac:chgData name="Zehra Aman" userId="6a074406e09099cd" providerId="Windows Live" clId="Web-{15086F07-32FD-44E0-A550-DADF8B5D90B1}" dt="2026-04-09T12:37:11.546" v="127"/>
          <ac:spMkLst>
            <pc:docMk/>
            <pc:sldMk cId="0" sldId="261"/>
            <ac:spMk id="21" creationId="{00000000-0000-0000-0000-000000000000}"/>
          </ac:spMkLst>
        </pc:spChg>
        <pc:spChg chg="add mod">
          <ac:chgData name="Zehra Aman" userId="6a074406e09099cd" providerId="Windows Live" clId="Web-{15086F07-32FD-44E0-A550-DADF8B5D90B1}" dt="2026-04-09T12:37:57.049" v="133" actId="20577"/>
          <ac:spMkLst>
            <pc:docMk/>
            <pc:sldMk cId="0" sldId="261"/>
            <ac:spMk id="22" creationId="{CC78F842-647A-82C5-0DBA-2D3D5275C931}"/>
          </ac:spMkLst>
        </pc:spChg>
        <pc:spChg chg="add mod">
          <ac:chgData name="Zehra Aman" userId="6a074406e09099cd" providerId="Windows Live" clId="Web-{15086F07-32FD-44E0-A550-DADF8B5D90B1}" dt="2026-04-09T12:37:47.251" v="132" actId="20577"/>
          <ac:spMkLst>
            <pc:docMk/>
            <pc:sldMk cId="0" sldId="261"/>
            <ac:spMk id="23" creationId="{6F1A893B-F24B-B6F0-64DA-1988F914074D}"/>
          </ac:spMkLst>
        </pc:spChg>
        <pc:spChg chg="add mod">
          <ac:chgData name="Zehra Aman" userId="6a074406e09099cd" providerId="Windows Live" clId="Web-{15086F07-32FD-44E0-A550-DADF8B5D90B1}" dt="2026-04-09T12:38:31.926" v="136" actId="20577"/>
          <ac:spMkLst>
            <pc:docMk/>
            <pc:sldMk cId="0" sldId="261"/>
            <ac:spMk id="24" creationId="{9E02A831-DA2D-9159-EDC6-CA4D0C98B3F9}"/>
          </ac:spMkLst>
        </pc:spChg>
        <pc:spChg chg="add mod">
          <ac:chgData name="Zehra Aman" userId="6a074406e09099cd" providerId="Windows Live" clId="Web-{15086F07-32FD-44E0-A550-DADF8B5D90B1}" dt="2026-04-09T12:38:56.428" v="141" actId="20577"/>
          <ac:spMkLst>
            <pc:docMk/>
            <pc:sldMk cId="0" sldId="261"/>
            <ac:spMk id="25" creationId="{069200B6-1328-8C75-7620-99EEA81FD999}"/>
          </ac:spMkLst>
        </pc:spChg>
      </pc:sldChg>
      <pc:sldChg chg="addSp delSp modSp">
        <pc:chgData name="Zehra Aman" userId="6a074406e09099cd" providerId="Windows Live" clId="Web-{15086F07-32FD-44E0-A550-DADF8B5D90B1}" dt="2026-04-09T12:41:37.122" v="208" actId="1076"/>
        <pc:sldMkLst>
          <pc:docMk/>
          <pc:sldMk cId="0" sldId="262"/>
        </pc:sldMkLst>
        <pc:spChg chg="mod">
          <ac:chgData name="Zehra Aman" userId="6a074406e09099cd" providerId="Windows Live" clId="Web-{15086F07-32FD-44E0-A550-DADF8B5D90B1}" dt="2026-04-09T12:40:17.869" v="171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Zehra Aman" userId="6a074406e09099cd" providerId="Windows Live" clId="Web-{15086F07-32FD-44E0-A550-DADF8B5D90B1}" dt="2026-04-09T12:40:48.480" v="185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Zehra Aman" userId="6a074406e09099cd" providerId="Windows Live" clId="Web-{15086F07-32FD-44E0-A550-DADF8B5D90B1}" dt="2026-04-09T12:41:31.560" v="207" actId="1076"/>
          <ac:spMkLst>
            <pc:docMk/>
            <pc:sldMk cId="0" sldId="262"/>
            <ac:spMk id="20" creationId="{00000000-0000-0000-0000-000000000000}"/>
          </ac:spMkLst>
        </pc:spChg>
        <pc:spChg chg="add del mod">
          <ac:chgData name="Zehra Aman" userId="6a074406e09099cd" providerId="Windows Live" clId="Web-{15086F07-32FD-44E0-A550-DADF8B5D90B1}" dt="2026-04-09T12:39:39.649" v="153"/>
          <ac:spMkLst>
            <pc:docMk/>
            <pc:sldMk cId="0" sldId="262"/>
            <ac:spMk id="22" creationId="{3545D9F8-D6AD-5887-5E1F-6E4A520DDD2F}"/>
          </ac:spMkLst>
        </pc:spChg>
        <pc:spChg chg="add mod">
          <ac:chgData name="Zehra Aman" userId="6a074406e09099cd" providerId="Windows Live" clId="Web-{15086F07-32FD-44E0-A550-DADF8B5D90B1}" dt="2026-04-09T12:39:23.117" v="144" actId="1076"/>
          <ac:spMkLst>
            <pc:docMk/>
            <pc:sldMk cId="0" sldId="262"/>
            <ac:spMk id="23" creationId="{9E2D2829-9C5A-C2DB-63CE-740F03D32A73}"/>
          </ac:spMkLst>
        </pc:spChg>
        <pc:spChg chg="add del mod">
          <ac:chgData name="Zehra Aman" userId="6a074406e09099cd" providerId="Windows Live" clId="Web-{15086F07-32FD-44E0-A550-DADF8B5D90B1}" dt="2026-04-09T12:39:42.524" v="154"/>
          <ac:spMkLst>
            <pc:docMk/>
            <pc:sldMk cId="0" sldId="262"/>
            <ac:spMk id="24" creationId="{F933F5C7-0BBA-4E03-E674-A852808DDCAB}"/>
          </ac:spMkLst>
        </pc:spChg>
        <pc:spChg chg="add mod">
          <ac:chgData name="Zehra Aman" userId="6a074406e09099cd" providerId="Windows Live" clId="Web-{15086F07-32FD-44E0-A550-DADF8B5D90B1}" dt="2026-04-09T12:39:23.148" v="146" actId="1076"/>
          <ac:spMkLst>
            <pc:docMk/>
            <pc:sldMk cId="0" sldId="262"/>
            <ac:spMk id="25" creationId="{EF41F119-024F-CD76-29AC-F3A34A486A8C}"/>
          </ac:spMkLst>
        </pc:spChg>
        <pc:spChg chg="add del mod">
          <ac:chgData name="Zehra Aman" userId="6a074406e09099cd" providerId="Windows Live" clId="Web-{15086F07-32FD-44E0-A550-DADF8B5D90B1}" dt="2026-04-09T12:39:45.180" v="155"/>
          <ac:spMkLst>
            <pc:docMk/>
            <pc:sldMk cId="0" sldId="262"/>
            <ac:spMk id="26" creationId="{5C114172-BDDC-F6C9-E835-9BEA8EB62DF0}"/>
          </ac:spMkLst>
        </pc:spChg>
        <pc:spChg chg="add mod">
          <ac:chgData name="Zehra Aman" userId="6a074406e09099cd" providerId="Windows Live" clId="Web-{15086F07-32FD-44E0-A550-DADF8B5D90B1}" dt="2026-04-09T12:39:23.179" v="148" actId="1076"/>
          <ac:spMkLst>
            <pc:docMk/>
            <pc:sldMk cId="0" sldId="262"/>
            <ac:spMk id="27" creationId="{4D2B694C-39E9-C962-5FE1-6D65606ED7C9}"/>
          </ac:spMkLst>
        </pc:spChg>
        <pc:picChg chg="add mod">
          <ac:chgData name="Zehra Aman" userId="6a074406e09099cd" providerId="Windows Live" clId="Web-{15086F07-32FD-44E0-A550-DADF8B5D90B1}" dt="2026-04-09T12:40:21.838" v="172" actId="1076"/>
          <ac:picMkLst>
            <pc:docMk/>
            <pc:sldMk cId="0" sldId="262"/>
            <ac:picMk id="28" creationId="{298EECA1-E994-37BE-4321-ABB701E5EFAD}"/>
          </ac:picMkLst>
        </pc:picChg>
        <pc:picChg chg="add mod">
          <ac:chgData name="Zehra Aman" userId="6a074406e09099cd" providerId="Windows Live" clId="Web-{15086F07-32FD-44E0-A550-DADF8B5D90B1}" dt="2026-04-09T12:40:52.964" v="186" actId="1076"/>
          <ac:picMkLst>
            <pc:docMk/>
            <pc:sldMk cId="0" sldId="262"/>
            <ac:picMk id="29" creationId="{EE42C955-B0E8-9100-3AD5-3A1506CD37B6}"/>
          </ac:picMkLst>
        </pc:picChg>
        <pc:picChg chg="add mod">
          <ac:chgData name="Zehra Aman" userId="6a074406e09099cd" providerId="Windows Live" clId="Web-{15086F07-32FD-44E0-A550-DADF8B5D90B1}" dt="2026-04-09T12:41:37.122" v="208" actId="1076"/>
          <ac:picMkLst>
            <pc:docMk/>
            <pc:sldMk cId="0" sldId="262"/>
            <ac:picMk id="30" creationId="{397666BE-86B7-37BC-ACF4-C45B664AD847}"/>
          </ac:picMkLst>
        </pc:picChg>
      </pc:sldChg>
      <pc:sldChg chg="modSp">
        <pc:chgData name="Zehra Aman" userId="6a074406e09099cd" providerId="Windows Live" clId="Web-{15086F07-32FD-44E0-A550-DADF8B5D90B1}" dt="2026-04-09T12:42:05.717" v="214" actId="20577"/>
        <pc:sldMkLst>
          <pc:docMk/>
          <pc:sldMk cId="0" sldId="263"/>
        </pc:sldMkLst>
        <pc:spChg chg="mod">
          <ac:chgData name="Zehra Aman" userId="6a074406e09099cd" providerId="Windows Live" clId="Web-{15086F07-32FD-44E0-A550-DADF8B5D90B1}" dt="2026-04-09T12:42:05.717" v="214" actId="20577"/>
          <ac:spMkLst>
            <pc:docMk/>
            <pc:sldMk cId="0" sldId="263"/>
            <ac:spMk id="12" creationId="{00000000-0000-0000-0000-000000000000}"/>
          </ac:spMkLst>
        </pc:spChg>
      </pc:sldChg>
      <pc:sldChg chg="modSp">
        <pc:chgData name="Zehra Aman" userId="6a074406e09099cd" providerId="Windows Live" clId="Web-{15086F07-32FD-44E0-A550-DADF8B5D90B1}" dt="2026-04-09T12:42:35.062" v="217" actId="1076"/>
        <pc:sldMkLst>
          <pc:docMk/>
          <pc:sldMk cId="0" sldId="264"/>
        </pc:sldMkLst>
        <pc:spChg chg="mod">
          <ac:chgData name="Zehra Aman" userId="6a074406e09099cd" providerId="Windows Live" clId="Web-{15086F07-32FD-44E0-A550-DADF8B5D90B1}" dt="2026-04-09T12:42:35.062" v="217" actId="1076"/>
          <ac:spMkLst>
            <pc:docMk/>
            <pc:sldMk cId="0" sldId="264"/>
            <ac:spMk id="14" creationId="{00000000-0000-0000-0000-000000000000}"/>
          </ac:spMkLst>
        </pc:spChg>
      </pc:sldChg>
      <pc:sldChg chg="addSp modSp">
        <pc:chgData name="Zehra Aman" userId="6a074406e09099cd" providerId="Windows Live" clId="Web-{15086F07-32FD-44E0-A550-DADF8B5D90B1}" dt="2026-04-09T12:43:09.641" v="220" actId="1076"/>
        <pc:sldMkLst>
          <pc:docMk/>
          <pc:sldMk cId="0" sldId="265"/>
        </pc:sldMkLst>
        <pc:spChg chg="mod">
          <ac:chgData name="Zehra Aman" userId="6a074406e09099cd" providerId="Windows Live" clId="Web-{15086F07-32FD-44E0-A550-DADF8B5D90B1}" dt="2026-04-09T12:42:58.219" v="218" actId="20577"/>
          <ac:spMkLst>
            <pc:docMk/>
            <pc:sldMk cId="0" sldId="265"/>
            <ac:spMk id="14" creationId="{00000000-0000-0000-0000-000000000000}"/>
          </ac:spMkLst>
        </pc:spChg>
        <pc:spChg chg="add mod">
          <ac:chgData name="Zehra Aman" userId="6a074406e09099cd" providerId="Windows Live" clId="Web-{15086F07-32FD-44E0-A550-DADF8B5D90B1}" dt="2026-04-09T12:43:09.641" v="220" actId="1076"/>
          <ac:spMkLst>
            <pc:docMk/>
            <pc:sldMk cId="0" sldId="265"/>
            <ac:spMk id="18" creationId="{8C7A7E74-ABB5-6664-2EA7-11C1F0D749E0}"/>
          </ac:spMkLst>
        </pc:spChg>
      </pc:sldChg>
      <pc:sldChg chg="add del replId">
        <pc:chgData name="Zehra Aman" userId="6a074406e09099cd" providerId="Windows Live" clId="Web-{15086F07-32FD-44E0-A550-DADF8B5D90B1}" dt="2026-04-09T12:37:28" v="130"/>
        <pc:sldMkLst>
          <pc:docMk/>
          <pc:sldMk cId="3116501866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v/c/6a074406e09099cd/IQAxObXGayDpTLFgh3v1-qCRAUTf6LM2o13e0b4-VWxtXDs?e=4r3dS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914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LinkedIn  </a:t>
            </a:r>
            <a:r>
              <a:rPr lang="en-US" sz="950" err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r>
              <a:rPr lang="en-US" sz="9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950"/>
          </a:p>
        </p:txBody>
      </p:sp>
      <p:sp>
        <p:nvSpPr>
          <p:cNvPr id="5" name="Shape 3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0" y="0"/>
            <a:ext cx="502920" cy="514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0" y="3108960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3291840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0" y="347472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960120"/>
            <a:ext cx="50292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800" b="1">
                <a:solidFill>
                  <a:srgbClr val="1B3A8A"/>
                </a:solidFill>
                <a:latin typeface="Calibri"/>
                <a:ea typeface="Calibri"/>
                <a:cs typeface="Calibri"/>
              </a:rPr>
              <a:t>Bricks and Bytes: Real Estate Reimagined</a:t>
            </a:r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2578608"/>
            <a:ext cx="27432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786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R E S E N T A T I O N   2 0 2 6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👤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77724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>
                <a:solidFill>
                  <a:srgbClr val="1B3A8A"/>
                </a:solidFill>
                <a:ea typeface="Calibri"/>
                <a:cs typeface="Calibri"/>
              </a:rPr>
              <a:t>Zehra Aman</a:t>
            </a:r>
            <a:endParaRPr lang="en-US" sz="1100" b="1" dirty="0">
              <a:solidFill>
                <a:srgbClr val="1B3A8A"/>
              </a:solidFill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34640" y="3611880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621024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✉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3291840" y="36118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Email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291840" y="3794760"/>
            <a:ext cx="18288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8A"/>
                </a:solidFill>
                <a:latin typeface="Calibri"/>
                <a:ea typeface="Calibri"/>
                <a:cs typeface="Calibri"/>
              </a:rPr>
              <a:t>Zehraaman45@gmail.com</a:t>
            </a:r>
            <a:endParaRPr lang="en-US" sz="1100" b="1" dirty="0">
              <a:solidFill>
                <a:srgbClr val="1B3A8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7722" y="4384041"/>
            <a:ext cx="411480" cy="411480"/>
          </a:xfrm>
          <a:prstGeom prst="ellipse">
            <a:avLst/>
          </a:prstGeom>
          <a:solidFill>
            <a:srgbClr val="ECEFF1"/>
          </a:solidFill>
          <a:ln w="19050">
            <a:solidFill>
              <a:srgbClr val="1B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7722" y="4393185"/>
            <a:ext cx="411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000000"/>
                </a:solidFill>
              </a:rPr>
              <a:t>📖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782333" y="4478866"/>
            <a:ext cx="18288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>
                <a:solidFill>
                  <a:srgbClr val="1B3A8A"/>
                </a:solidFill>
                <a:ea typeface="Calibri"/>
                <a:cs typeface="Calibri"/>
              </a:rPr>
              <a:t>Umamaheshwari R</a:t>
            </a:r>
            <a:endParaRPr lang="en-US" sz="1100" b="1" dirty="0">
              <a:solidFill>
                <a:srgbClr val="1B3A8A"/>
              </a:solidFill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57200" y="424281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3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6022B-7813-0277-90AA-6183A4524824}"/>
              </a:ext>
            </a:extLst>
          </p:cNvPr>
          <p:cNvSpPr txBox="1"/>
          <p:nvPr/>
        </p:nvSpPr>
        <p:spPr>
          <a:xfrm>
            <a:off x="323491" y="1159175"/>
            <a:ext cx="5876745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latin typeface="Calibri"/>
                <a:ea typeface="Arial"/>
                <a:cs typeface="Arial"/>
              </a:rPr>
              <a:t>Analyzed the </a:t>
            </a:r>
            <a:r>
              <a:rPr lang="en-US" sz="1600" b="1" baseline="0">
                <a:latin typeface="Calibri"/>
                <a:ea typeface="Arial"/>
                <a:cs typeface="Arial"/>
              </a:rPr>
              <a:t>Kolkata real estate market</a:t>
            </a:r>
            <a:r>
              <a:rPr lang="en-US" sz="1600" baseline="0">
                <a:latin typeface="Calibri"/>
                <a:ea typeface="Arial"/>
                <a:cs typeface="Arial"/>
              </a:rPr>
              <a:t> using adataset of 1,000 property records across 5 cityzones.</a:t>
            </a:r>
            <a:r>
              <a:rPr lang="en-US" sz="1600"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latin typeface="Calibri"/>
                <a:ea typeface="Arial"/>
                <a:cs typeface="Arial"/>
              </a:rPr>
              <a:t>Objective: Transform raw property data into</a:t>
            </a:r>
            <a:r>
              <a:rPr lang="en-US" sz="1600" b="1" baseline="0">
                <a:latin typeface="Calibri"/>
                <a:ea typeface="Arial"/>
                <a:cs typeface="Arial"/>
              </a:rPr>
              <a:t>actionable business intelligence</a:t>
            </a:r>
            <a:r>
              <a:rPr lang="en-US" sz="1600" baseline="0">
                <a:latin typeface="Calibri"/>
                <a:ea typeface="Arial"/>
                <a:cs typeface="Arial"/>
              </a:rPr>
              <a:t> for buyers, sellers,and investors.</a:t>
            </a:r>
            <a:r>
              <a:rPr lang="en-US" sz="1600"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latin typeface="Calibri"/>
                <a:ea typeface="Arial"/>
                <a:cs typeface="Arial"/>
              </a:rPr>
              <a:t>Tools used: </a:t>
            </a:r>
            <a:r>
              <a:rPr lang="en-US" sz="1600" b="1" baseline="0">
                <a:latin typeface="Calibri"/>
                <a:ea typeface="Arial"/>
                <a:cs typeface="Arial"/>
              </a:rPr>
              <a:t>Microsoft Excel with Copilot</a:t>
            </a:r>
            <a:r>
              <a:rPr lang="en-US" sz="1600" baseline="0">
                <a:latin typeface="Calibri"/>
                <a:ea typeface="Arial"/>
                <a:cs typeface="Arial"/>
              </a:rPr>
              <a:t>,</a:t>
            </a:r>
            <a:r>
              <a:rPr lang="en-US" sz="1600" b="1" baseline="0">
                <a:latin typeface="Calibri"/>
                <a:ea typeface="Arial"/>
                <a:cs typeface="Arial"/>
              </a:rPr>
              <a:t>Microsoft Power BI</a:t>
            </a:r>
            <a:r>
              <a:rPr lang="en-US" sz="1600" baseline="0">
                <a:latin typeface="Calibri"/>
                <a:ea typeface="Arial"/>
                <a:cs typeface="Arial"/>
              </a:rPr>
              <a:t>, and </a:t>
            </a:r>
            <a:r>
              <a:rPr lang="en-US" sz="1600" b="1" baseline="0">
                <a:latin typeface="Calibri"/>
                <a:ea typeface="Arial"/>
                <a:cs typeface="Arial"/>
              </a:rPr>
              <a:t>Microsoft Copilot Studio</a:t>
            </a:r>
            <a:r>
              <a:rPr lang="en-US" sz="1600" baseline="0">
                <a:latin typeface="Calibri"/>
                <a:ea typeface="Arial"/>
                <a:cs typeface="Arial"/>
              </a:rPr>
              <a:t>.</a:t>
            </a:r>
            <a:r>
              <a:rPr lang="en-US" sz="1600"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latin typeface="Calibri"/>
                <a:ea typeface="Arial"/>
                <a:cs typeface="Arial"/>
              </a:rPr>
              <a:t>Built a </a:t>
            </a:r>
            <a:r>
              <a:rPr lang="en-US" sz="1600" b="1" baseline="0">
                <a:latin typeface="Calibri"/>
                <a:ea typeface="Arial"/>
                <a:cs typeface="Arial"/>
              </a:rPr>
              <a:t>three-layer intelligence platform</a:t>
            </a:r>
            <a:r>
              <a:rPr lang="en-US" sz="1600" baseline="0">
                <a:latin typeface="Calibri"/>
                <a:ea typeface="Arial"/>
                <a:cs typeface="Arial"/>
              </a:rPr>
              <a:t> — datadashboard, advanced visualization, and aconversational AI property agent.</a:t>
            </a:r>
            <a:r>
              <a:rPr lang="en-US" sz="1600"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latin typeface="Calibri"/>
                <a:ea typeface="Arial"/>
                <a:cs typeface="Arial"/>
              </a:rPr>
              <a:t>Key outcomes: 3BHK dominates the market,Kolkata East is the priciest zone, Kolkata West ismost affordable, and </a:t>
            </a:r>
            <a:r>
              <a:rPr lang="en-US" sz="1600" b="1" baseline="0">
                <a:latin typeface="Calibri"/>
                <a:ea typeface="Arial"/>
                <a:cs typeface="Arial"/>
              </a:rPr>
              <a:t>72.3% of listings are for rent</a:t>
            </a:r>
            <a:r>
              <a:rPr lang="en-US" sz="1600" baseline="0">
                <a:latin typeface="Calibri"/>
                <a:ea typeface="Arial"/>
                <a:cs typeface="Arial"/>
              </a:rPr>
              <a:t>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319334" y="1287678"/>
            <a:ext cx="6261750" cy="28315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>
                <a:latin typeface="Times New Roman"/>
                <a:ea typeface="+mn-lt"/>
                <a:cs typeface="Times New Roman"/>
              </a:rPr>
              <a:t> </a:t>
            </a:r>
            <a:r>
              <a:rPr lang="en-US" sz="1600">
                <a:latin typeface="Calibri"/>
                <a:ea typeface="+mn-lt"/>
                <a:cs typeface="Calibri"/>
              </a:rPr>
              <a:t>Kolkata's real estate data is </a:t>
            </a:r>
            <a:r>
              <a:rPr lang="en-US" sz="1600" b="1">
                <a:latin typeface="Calibri"/>
                <a:ea typeface="+mn-lt"/>
                <a:cs typeface="Calibri"/>
              </a:rPr>
              <a:t>unstructured and inaccessible</a:t>
            </a:r>
            <a:r>
              <a:rPr lang="en-US" sz="1600">
                <a:latin typeface="Calibri"/>
                <a:ea typeface="+mn-lt"/>
                <a:cs typeface="Calibri"/>
              </a:rPr>
              <a:t> — making it hard for buyers, investors, and agents to make informed decisions</a:t>
            </a:r>
            <a:r>
              <a:rPr lang="en-US" sz="1600">
                <a:effectLst/>
                <a:latin typeface="Calibri"/>
                <a:ea typeface="+mn-lt"/>
                <a:cs typeface="Calibri"/>
              </a:rPr>
              <a:t>.</a:t>
            </a:r>
            <a:endParaRPr lang="en-US" sz="1600">
              <a:latin typeface="Calibri"/>
              <a:ea typeface="+mn-lt"/>
              <a:cs typeface="Calibri"/>
            </a:endParaRPr>
          </a:p>
          <a:p>
            <a:pPr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>
                <a:latin typeface="Calibri"/>
                <a:ea typeface="+mn-lt"/>
                <a:cs typeface="Calibri"/>
              </a:rPr>
              <a:t>Existing research focuses on </a:t>
            </a:r>
            <a:r>
              <a:rPr lang="en-US" sz="1600" b="1">
                <a:latin typeface="Calibri"/>
                <a:ea typeface="+mn-lt"/>
                <a:cs typeface="Calibri"/>
              </a:rPr>
              <a:t>ML models requiring coding skills</a:t>
            </a:r>
            <a:r>
              <a:rPr lang="en-US" sz="1600">
                <a:latin typeface="Calibri"/>
                <a:ea typeface="+mn-lt"/>
                <a:cs typeface="Calibri"/>
              </a:rPr>
              <a:t>, excluding non-technical users from data-driven insights.</a:t>
            </a:r>
          </a:p>
          <a:p>
            <a:pPr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>
                <a:latin typeface="Calibri"/>
                <a:ea typeface="+mn-lt"/>
                <a:cs typeface="Calibri"/>
              </a:rPr>
              <a:t>Buyers, investors, and landlords</a:t>
            </a:r>
            <a:r>
              <a:rPr lang="en-US" sz="1600">
                <a:latin typeface="Calibri"/>
                <a:ea typeface="+mn-lt"/>
                <a:cs typeface="Calibri"/>
              </a:rPr>
              <a:t> lack zone-level price transparency, rental vs. sale visibility, and intelligent property recommendations.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>
                <a:latin typeface="Calibri"/>
                <a:ea typeface="+mn-lt"/>
                <a:cs typeface="Calibri"/>
              </a:rPr>
              <a:t>No existing tool combines </a:t>
            </a:r>
            <a:r>
              <a:rPr lang="en-US" sz="1600" b="1">
                <a:latin typeface="Calibri"/>
                <a:ea typeface="+mn-lt"/>
                <a:cs typeface="Calibri"/>
              </a:rPr>
              <a:t>data analysis, visual dashboards, and conversational AI</a:t>
            </a:r>
            <a:r>
              <a:rPr lang="en-US" sz="1600">
                <a:latin typeface="Calibri"/>
                <a:ea typeface="+mn-lt"/>
                <a:cs typeface="Calibri"/>
              </a:rPr>
              <a:t> in one unified platform for the Kolkata market.</a:t>
            </a:r>
            <a:endParaRPr lang="en-US" sz="1600" dirty="0">
              <a:latin typeface="Calibri"/>
              <a:ea typeface="+mn-lt"/>
              <a:cs typeface="Calibri"/>
            </a:endParaRPr>
          </a:p>
          <a:p>
            <a:pPr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>
                <a:latin typeface="Calibri"/>
                <a:ea typeface="+mn-lt"/>
                <a:cs typeface="Calibri"/>
              </a:rPr>
              <a:t>Scope is limited to </a:t>
            </a:r>
            <a:r>
              <a:rPr lang="en-US" sz="1600" b="1">
                <a:latin typeface="Calibri"/>
                <a:ea typeface="+mn-lt"/>
                <a:cs typeface="Calibri"/>
              </a:rPr>
              <a:t>Kolkata's residential property market</a:t>
            </a:r>
            <a:r>
              <a:rPr lang="en-US" sz="1600" dirty="0">
                <a:latin typeface="Calibri"/>
                <a:ea typeface="+mn-lt"/>
                <a:cs typeface="Calibri"/>
              </a:rPr>
              <a:t> </a:t>
            </a:r>
            <a:r>
              <a:rPr lang="en-US" sz="1600">
                <a:latin typeface="Calibri"/>
                <a:ea typeface="+mn-lt"/>
                <a:cs typeface="Calibri"/>
              </a:rPr>
              <a:t>across 5 city zones — North, South, East, West, and Central.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2795C3-2C32-3C9F-A9C1-7CDBF714D2BC}"/>
              </a:ext>
            </a:extLst>
          </p:cNvPr>
          <p:cNvSpPr txBox="1"/>
          <p:nvPr/>
        </p:nvSpPr>
        <p:spPr>
          <a:xfrm>
            <a:off x="323490" y="1277787"/>
            <a:ext cx="5671868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Built a </a:t>
            </a:r>
            <a:r>
              <a:rPr lang="en-US" sz="1600" b="1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3-layer intelligence platform</a:t>
            </a:r>
            <a:r>
              <a:rPr lang="en-US" sz="1600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 usingMicrosoft 365 — no coding required.</a:t>
            </a:r>
            <a:r>
              <a:rPr lang="en-US" sz="1600"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="1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Layer 1 — Excel with Copilot:</a:t>
            </a:r>
            <a:r>
              <a:rPr lang="en-US" sz="1600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 Cleaned andanalyzed 1,000 Kolkata property recordswith an interactive dashboard.</a:t>
            </a:r>
            <a:r>
              <a:rPr lang="en-US" sz="1600"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="1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Layer 2 — Power BI:</a:t>
            </a:r>
            <a:r>
              <a:rPr lang="en-US" sz="1600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 Advanced interactivedashboard with 8 charts and 5 dynamicslicers for real-time filtering.</a:t>
            </a:r>
            <a:r>
              <a:rPr lang="en-US" sz="1600"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="1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Layer 3 — Copilot Studio:</a:t>
            </a:r>
            <a:r>
              <a:rPr lang="en-US" sz="1600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 ConversationalAI Property Agent for instant, naturallanguage property queries andrecommendations.</a:t>
            </a:r>
            <a:r>
              <a:rPr lang="en-US" sz="1600">
                <a:latin typeface="Calibri"/>
                <a:ea typeface="Arial"/>
                <a:cs typeface="Arial"/>
              </a:rPr>
              <a:t>​</a:t>
            </a:r>
          </a:p>
          <a:p>
            <a:pPr marL="285750" lvl="0" indent="-285750" rtl="0">
              <a:buFont typeface="Arial,Sans-Serif"/>
              <a:buChar char="•"/>
            </a:pPr>
            <a:r>
              <a:rPr lang="en-US" sz="1600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Designed for </a:t>
            </a:r>
            <a:r>
              <a:rPr lang="en-US" sz="1600" b="1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buyers, investors, and agents</a:t>
            </a:r>
            <a:r>
              <a:rPr lang="en-US" sz="1600" baseline="0">
                <a:solidFill>
                  <a:srgbClr val="1A1A2E"/>
                </a:solidFill>
                <a:latin typeface="Calibri"/>
                <a:ea typeface="Arial"/>
                <a:cs typeface="Arial"/>
              </a:rPr>
              <a:t>— making complex data accessible toeveryone.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/ Source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Shape 9"/>
          <p:cNvSpPr/>
          <p:nvPr/>
        </p:nvSpPr>
        <p:spPr>
          <a:xfrm>
            <a:off x="8641080" y="10972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1338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/ Analysis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420624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 Integration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4114800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Shape 17"/>
          <p:cNvSpPr/>
          <p:nvPr/>
        </p:nvSpPr>
        <p:spPr>
          <a:xfrm>
            <a:off x="8641080" y="292608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96265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/ Dashboard</a:t>
            </a:r>
            <a:endParaRPr lang="en-US" sz="120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C78F842-647A-82C5-0DBA-2D3D5275C931}"/>
              </a:ext>
            </a:extLst>
          </p:cNvPr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1A1A2E"/>
                </a:solidFill>
                <a:ea typeface="Calibri"/>
                <a:cs typeface="Calibri"/>
              </a:rPr>
              <a:t>CSV dataset</a:t>
            </a:r>
            <a:r>
              <a:rPr lang="en-US" sz="1600" dirty="0">
                <a:solidFill>
                  <a:srgbClr val="1A1A2E"/>
                </a:solidFill>
                <a:ea typeface="Calibri"/>
                <a:cs typeface="Calibri"/>
              </a:rPr>
              <a:t> — 1,000 Kolkata property records </a:t>
            </a:r>
            <a:r>
              <a:rPr lang="en-US" sz="1600">
                <a:solidFill>
                  <a:srgbClr val="1A1A2E"/>
                </a:solidFill>
                <a:ea typeface="Calibri"/>
                <a:cs typeface="Calibri"/>
              </a:rPr>
              <a:t>with</a:t>
            </a:r>
            <a:r>
              <a:rPr lang="en-US" sz="1600" dirty="0">
                <a:solidFill>
                  <a:srgbClr val="1A1A2E"/>
                </a:solidFill>
                <a:ea typeface="Calibri"/>
                <a:cs typeface="Calibri"/>
              </a:rPr>
              <a:t> 10 fields (Property Type, City Zone, </a:t>
            </a:r>
            <a:r>
              <a:rPr lang="en-US" sz="1600">
                <a:solidFill>
                  <a:srgbClr val="1A1A2E"/>
                </a:solidFill>
                <a:ea typeface="Calibri"/>
                <a:cs typeface="Calibri"/>
              </a:rPr>
              <a:t>Price, Bedroom</a:t>
            </a:r>
            <a:r>
              <a:rPr lang="en-US" sz="1600" dirty="0">
                <a:solidFill>
                  <a:srgbClr val="1A1A2E"/>
                </a:solidFill>
                <a:ea typeface="Calibri"/>
                <a:cs typeface="Calibri"/>
              </a:rPr>
              <a:t> Count, Area, etc.)</a:t>
            </a:r>
            <a:endParaRPr lang="en-US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6F1A893B-F24B-B6F0-64DA-1988F914074D}"/>
              </a:ext>
            </a:extLst>
          </p:cNvPr>
          <p:cNvSpPr/>
          <p:nvPr/>
        </p:nvSpPr>
        <p:spPr>
          <a:xfrm>
            <a:off x="4707773" y="1700400"/>
            <a:ext cx="402336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Data cleaned in Excel </a:t>
            </a: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— duplicates removed, helper columns added (Price Category, Furnished Label, Transaction Type) and analyzed via 6 Pivot Tables.</a:t>
            </a:r>
            <a:endParaRPr lang="en-US"/>
          </a:p>
          <a:p>
            <a:pPr marL="0" indent="0">
              <a:buNone/>
            </a:pPr>
            <a:endParaRPr lang="en-US" sz="1600" dirty="0">
              <a:solidFill>
                <a:srgbClr val="1A1A2E"/>
              </a:solidFill>
              <a:latin typeface="Lato" panose="020F0502020204030203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9E02A831-DA2D-9159-EDC6-CA4D0C98B3F9}"/>
              </a:ext>
            </a:extLst>
          </p:cNvPr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Microsoft Copilot </a:t>
            </a: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for insight generation, </a:t>
            </a:r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Power BI</a:t>
            </a: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 for advanced visualization,</a:t>
            </a:r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 Copilot Studio</a:t>
            </a: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 for conversational AI property agent.</a:t>
            </a:r>
            <a:endParaRPr lang="en-US"/>
          </a:p>
          <a:p>
            <a:pPr marL="0" indent="0">
              <a:buNone/>
            </a:pPr>
            <a:endParaRPr lang="en-US" sz="1600" dirty="0">
              <a:solidFill>
                <a:srgbClr val="1A1A2E"/>
              </a:solidFill>
              <a:latin typeface="Lato" panose="020F0502020204030203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069200B6-1328-8C75-7620-99EEA81FD999}"/>
              </a:ext>
            </a:extLst>
          </p:cNvPr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Excel dashboard</a:t>
            </a: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 (4 KPIs + 4 charts), </a:t>
            </a:r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Power BI dashboard </a:t>
            </a: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(8 charts + 5 slicers), and a </a:t>
            </a:r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live AI Property Agent</a:t>
            </a: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 for natural language queries.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Project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155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list of some demo screenshots / features of the project: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978408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2242005"/>
            <a:ext cx="2788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Excel Cleaned Data</a:t>
            </a:r>
            <a:endParaRPr lang="en-US" sz="16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description of Demo 1 here — what this demo shows, key features, and results achieved.]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922776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22776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4" name="Shape 12"/>
          <p:cNvSpPr/>
          <p:nvPr/>
        </p:nvSpPr>
        <p:spPr>
          <a:xfrm>
            <a:off x="3218688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4169" y="2242005"/>
            <a:ext cx="2788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Power BI Dashboard</a:t>
            </a:r>
            <a:endParaRPr lang="en-US" sz="16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description of Demo 2 here — what this demo shows, key features, and results achieved.]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6867144" y="1463040"/>
            <a:ext cx="1371600" cy="1371600"/>
          </a:xfrm>
          <a:prstGeom prst="ellipse">
            <a:avLst/>
          </a:prstGeom>
          <a:solidFill>
            <a:srgbClr val="ECEFF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00000"/>
                </a:solidFill>
              </a:rPr>
              <a:t>🖼</a:t>
            </a:r>
            <a:endParaRPr lang="en-US" sz="3600"/>
          </a:p>
        </p:txBody>
      </p:sp>
      <p:sp>
        <p:nvSpPr>
          <p:cNvPr id="19" name="Shape 17"/>
          <p:cNvSpPr/>
          <p:nvPr/>
        </p:nvSpPr>
        <p:spPr>
          <a:xfrm>
            <a:off x="6163056" y="2011680"/>
            <a:ext cx="2788920" cy="265176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52273" y="2242005"/>
            <a:ext cx="27889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ea typeface="Calibri"/>
                <a:cs typeface="Calibri"/>
              </a:rPr>
              <a:t>Copilot Studio Agent</a:t>
            </a:r>
            <a:endParaRPr lang="en-US" sz="16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312724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description of Demo 3 here — what this demo shows, key features, and results achieved.]</a:t>
            </a:r>
            <a:endParaRPr lang="en-US" sz="105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E2D2829-9C5A-C2DB-63CE-740F03D32A73}"/>
              </a:ext>
            </a:extLst>
          </p:cNvPr>
          <p:cNvSpPr/>
          <p:nvPr/>
        </p:nvSpPr>
        <p:spPr>
          <a:xfrm>
            <a:off x="400697" y="2909055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1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EF41F119-024F-CD76-29AC-F3A34A486A8C}"/>
              </a:ext>
            </a:extLst>
          </p:cNvPr>
          <p:cNvSpPr/>
          <p:nvPr/>
        </p:nvSpPr>
        <p:spPr>
          <a:xfrm>
            <a:off x="3345065" y="2909055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2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4D2B694C-39E9-C962-5FE1-6D65606ED7C9}"/>
              </a:ext>
            </a:extLst>
          </p:cNvPr>
          <p:cNvSpPr/>
          <p:nvPr/>
        </p:nvSpPr>
        <p:spPr>
          <a:xfrm>
            <a:off x="6289433" y="2909055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3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8EECA1-E994-37BE-4321-ABB701E5EF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403" r="45157" b="15460"/>
          <a:stretch>
            <a:fillRect/>
          </a:stretch>
        </p:blipFill>
        <p:spPr>
          <a:xfrm>
            <a:off x="204877" y="2654582"/>
            <a:ext cx="2936724" cy="2064077"/>
          </a:xfrm>
          <a:prstGeom prst="rect">
            <a:avLst/>
          </a:prstGeom>
        </p:spPr>
      </p:pic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42C955-B0E8-9100-3AD5-3A1506CD37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361" t="5724" r="21367" b="12217"/>
          <a:stretch>
            <a:fillRect/>
          </a:stretch>
        </p:blipFill>
        <p:spPr>
          <a:xfrm>
            <a:off x="3216147" y="2651473"/>
            <a:ext cx="2942076" cy="2050787"/>
          </a:xfrm>
          <a:prstGeom prst="rect">
            <a:avLst/>
          </a:prstGeom>
        </p:spPr>
      </p:pic>
      <p:pic>
        <p:nvPicPr>
          <p:cNvPr id="30" name="Picture 2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7666BE-86B7-37BC-ACF4-C45B664AD8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264" t="34203" r="8726" b="31027"/>
          <a:stretch>
            <a:fillRect/>
          </a:stretch>
        </p:blipFill>
        <p:spPr>
          <a:xfrm>
            <a:off x="6212222" y="2881915"/>
            <a:ext cx="2726404" cy="1593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/>
                <a:ea typeface="Calibri"/>
                <a:cs typeface="Calibri"/>
                <a:hlinkClick r:id="rId3"/>
              </a:rPr>
              <a:t>2026-04-06-15-03-36_zDilTvxL.mp4</a:t>
            </a:r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>
                <a:solidFill>
                  <a:srgbClr val="FFFFFF"/>
                </a:solidFill>
              </a:rPr>
              <a:t>▶</a:t>
            </a:r>
            <a:endParaRPr lang="en-US" sz="480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/>
          </a:p>
          <a:p>
            <a:pPr marL="0" indent="0" algn="ctr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230757" y="943298"/>
            <a:ext cx="4114800" cy="3474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,Sans-Serif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Successfully built a </a:t>
            </a:r>
            <a:r>
              <a:rPr lang="en-US" sz="16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complete end-to-end </a:t>
            </a:r>
            <a:r>
              <a:rPr lang="en-US" sz="1600" b="1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realestate</a:t>
            </a:r>
            <a:r>
              <a:rPr lang="en-US" sz="16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intelligence platform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 using Excel, </a:t>
            </a:r>
            <a:r>
              <a:rPr lang="en-US"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PowerBI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and Copilot Studio — no coding required.</a:t>
            </a:r>
            <a:endParaRPr lang="en-US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All </a:t>
            </a:r>
            <a:r>
              <a:rPr lang="en-US" sz="16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8 project objectives achieved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 across </a:t>
            </a:r>
            <a:r>
              <a:rPr lang="en-US"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threelayers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of the platform.</a:t>
            </a:r>
            <a:endParaRPr lang="en-US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72.3% of listings are for rent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 — </a:t>
            </a:r>
            <a:r>
              <a:rPr lang="en-US"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confirmingKolkata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is a rental-dominated market.</a:t>
            </a:r>
            <a:endParaRPr lang="en-US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3BHK is the most listed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 property type; </a:t>
            </a:r>
            <a:r>
              <a:rPr lang="en-US" sz="1600" b="1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KolkataEast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 is the priciest zone; </a:t>
            </a:r>
            <a:r>
              <a:rPr lang="en-US" sz="16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Kolkata West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 is </a:t>
            </a:r>
            <a:r>
              <a:rPr lang="en-US"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mostaffordable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Proved that </a:t>
            </a:r>
            <a:r>
              <a:rPr lang="en-US" sz="16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powerful BI solutions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 can be </a:t>
            </a:r>
            <a:r>
              <a:rPr lang="en-US"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builtusing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accessible Microsoft 365 tools — </a:t>
            </a:r>
            <a:r>
              <a:rPr lang="en-US" sz="160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makingdata</a:t>
            </a:r>
            <a:r>
              <a:rPr lang="en-US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-</a:t>
            </a:r>
            <a:r>
              <a:rPr lang="en-US" sz="160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driven decisions available to everyone</a:t>
            </a:r>
            <a:r>
              <a:rPr lang="en-US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005840"/>
            <a:ext cx="2834640" cy="2834640"/>
          </a:xfrm>
          <a:prstGeom prst="ellipse">
            <a:avLst/>
          </a:prstGeom>
          <a:solidFill>
            <a:srgbClr val="1B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00584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>
                <a:solidFill>
                  <a:srgbClr val="000000"/>
                </a:solidFill>
              </a:rPr>
              <a:t>✅</a:t>
            </a:r>
            <a:endParaRPr lang="en-US" sz="6000"/>
          </a:p>
        </p:txBody>
      </p:sp>
      <p:sp>
        <p:nvSpPr>
          <p:cNvPr id="18" name="Shape 16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5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234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of the Project</a:t>
            </a:r>
            <a:endParaRPr lang="en-US" sz="1150"/>
          </a:p>
        </p:txBody>
      </p:sp>
      <p:sp>
        <p:nvSpPr>
          <p:cNvPr id="7" name="Text 5"/>
          <p:cNvSpPr/>
          <p:nvPr/>
        </p:nvSpPr>
        <p:spPr>
          <a:xfrm>
            <a:off x="4754880" y="163677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4754880" y="203911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4754880" y="244144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754880" y="284378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of the Project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4754880" y="324612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Video of Project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754880" y="364845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4754880" y="405079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 Scope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4114800" cy="3474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endParaRPr lang="en-US" sz="1300" dirty="0">
              <a:solidFill>
                <a:srgbClr val="1A1A2E"/>
              </a:solidFill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777240"/>
            <a:ext cx="3931920" cy="3931920"/>
          </a:xfrm>
          <a:prstGeom prst="rect">
            <a:avLst/>
          </a:prstGeom>
          <a:solidFill>
            <a:srgbClr val="F7F9FC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1440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>
                <a:solidFill>
                  <a:srgbClr val="000000"/>
                </a:solidFill>
              </a:rPr>
              <a:t>🧠</a:t>
            </a:r>
            <a:endParaRPr lang="en-US" sz="10000"/>
          </a:p>
        </p:txBody>
      </p:sp>
      <p:sp>
        <p:nvSpPr>
          <p:cNvPr id="17" name="Text 15"/>
          <p:cNvSpPr/>
          <p:nvPr/>
        </p:nvSpPr>
        <p:spPr>
          <a:xfrm>
            <a:off x="4846320" y="37033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 ideas &amp; roadmap]</a:t>
            </a:r>
            <a:endParaRPr lang="en-US" sz="10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8C7A7E74-ABB5-6664-2EA7-11C1F0D749E0}"/>
              </a:ext>
            </a:extLst>
          </p:cNvPr>
          <p:cNvSpPr/>
          <p:nvPr/>
        </p:nvSpPr>
        <p:spPr>
          <a:xfrm>
            <a:off x="123247" y="941925"/>
            <a:ext cx="4114800" cy="3474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ea typeface="+mn-lt"/>
                <a:cs typeface="+mn-lt"/>
              </a:rPr>
              <a:t>Integrate </a:t>
            </a:r>
            <a:r>
              <a:rPr lang="en-US" sz="1600" b="1" dirty="0">
                <a:solidFill>
                  <a:srgbClr val="1A1A2E"/>
                </a:solidFill>
                <a:ea typeface="+mn-lt"/>
                <a:cs typeface="+mn-lt"/>
              </a:rPr>
              <a:t>real-time property data</a:t>
            </a:r>
            <a:r>
              <a:rPr lang="en-US" sz="1600" dirty="0">
                <a:solidFill>
                  <a:srgbClr val="1A1A2E"/>
                </a:solidFill>
                <a:ea typeface="+mn-lt"/>
                <a:cs typeface="+mn-lt"/>
              </a:rPr>
              <a:t> using Power Automate or API connections to portals like </a:t>
            </a:r>
            <a:r>
              <a:rPr lang="en-US" sz="1600" dirty="0" err="1">
                <a:solidFill>
                  <a:srgbClr val="1A1A2E"/>
                </a:solidFill>
                <a:ea typeface="+mn-lt"/>
                <a:cs typeface="+mn-lt"/>
              </a:rPr>
              <a:t>MagicBricks</a:t>
            </a:r>
            <a:r>
              <a:rPr lang="en-US" sz="1600" dirty="0">
                <a:solidFill>
                  <a:srgbClr val="1A1A2E"/>
                </a:solidFill>
                <a:ea typeface="+mn-lt"/>
                <a:cs typeface="+mn-lt"/>
              </a:rPr>
              <a:t> and 99acres.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Apply </a:t>
            </a:r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Machine Learning models</a:t>
            </a: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 — linear regression for price prediction</a:t>
            </a:r>
            <a:r>
              <a:rPr lang="en-US" dirty="0">
                <a:solidFill>
                  <a:srgbClr val="1A1A2E"/>
                </a:solidFill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and clustering for locality segmentation.</a:t>
            </a:r>
            <a:endParaRPr lang="en-US" sz="16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solidFill>
                  <a:srgbClr val="1A1A2E"/>
                </a:solidFill>
                <a:ea typeface="+mn-lt"/>
                <a:cs typeface="+mn-lt"/>
              </a:rPr>
              <a:t>Publish the Power BI dashboard</a:t>
            </a:r>
            <a:r>
              <a:rPr lang="en-US" sz="1600" dirty="0">
                <a:solidFill>
                  <a:srgbClr val="1A1A2E"/>
                </a:solidFill>
                <a:ea typeface="+mn-lt"/>
                <a:cs typeface="+mn-lt"/>
              </a:rPr>
              <a:t> and deploy the Copilot Studio Property Agent externally once Microsoft Pro </a:t>
            </a:r>
            <a:r>
              <a:rPr lang="en-US" sz="1600" dirty="0" err="1">
                <a:solidFill>
                  <a:srgbClr val="1A1A2E"/>
                </a:solidFill>
                <a:ea typeface="+mn-lt"/>
                <a:cs typeface="+mn-lt"/>
              </a:rPr>
              <a:t>licences</a:t>
            </a:r>
            <a:r>
              <a:rPr lang="en-US" sz="1600" dirty="0">
                <a:solidFill>
                  <a:srgbClr val="1A1A2E"/>
                </a:solidFill>
                <a:ea typeface="+mn-lt"/>
                <a:cs typeface="+mn-lt"/>
              </a:rPr>
              <a:t> are available.</a:t>
            </a: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solidFill>
                  <a:srgbClr val="1A1A2E"/>
                </a:solidFill>
                <a:ea typeface="+mn-lt"/>
                <a:cs typeface="+mn-lt"/>
              </a:rPr>
              <a:t>Expand the dataset to include </a:t>
            </a:r>
            <a:r>
              <a:rPr lang="en-US" sz="1600" b="1" dirty="0">
                <a:solidFill>
                  <a:srgbClr val="1A1A2E"/>
                </a:solidFill>
                <a:ea typeface="+mn-lt"/>
                <a:cs typeface="+mn-lt"/>
              </a:rPr>
              <a:t>other major Indian cities</a:t>
            </a:r>
            <a:r>
              <a:rPr lang="en-US" sz="1600" dirty="0">
                <a:solidFill>
                  <a:srgbClr val="1A1A2E"/>
                </a:solidFill>
                <a:ea typeface="+mn-lt"/>
                <a:cs typeface="+mn-lt"/>
              </a:rPr>
              <a:t> — Mumbai, Delhi, and Bangalore — for comparative market analysis.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Incorporate </a:t>
            </a:r>
            <a:r>
              <a:rPr lang="en-US" sz="1600" b="1">
                <a:solidFill>
                  <a:srgbClr val="1A1A2E"/>
                </a:solidFill>
                <a:ea typeface="+mn-lt"/>
                <a:cs typeface="+mn-lt"/>
              </a:rPr>
              <a:t>commercial property listings</a:t>
            </a:r>
            <a:r>
              <a:rPr lang="en-US" sz="1600">
                <a:solidFill>
                  <a:srgbClr val="1A1A2E"/>
                </a:solidFill>
                <a:ea typeface="+mn-lt"/>
                <a:cs typeface="+mn-lt"/>
              </a:rPr>
              <a:t> to broaden the scope beyond residential market.</a:t>
            </a:r>
            <a:endParaRPr lang="en-US" sz="160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endParaRPr lang="en-US" dirty="0">
              <a:solidFill>
                <a:srgbClr val="1A1A2E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1A1A2E"/>
              </a:solidFill>
              <a:latin typeface="Lato" panose="020F0502020204030203" pitchFamily="34" charset="0"/>
              <a:ea typeface="Calibri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8A"/>
          </a:solidFill>
          <a:ln/>
        </p:spPr>
      </p:sp>
      <p:sp>
        <p:nvSpPr>
          <p:cNvPr id="3" name="Text 1"/>
          <p:cNvSpPr/>
          <p:nvPr/>
        </p:nvSpPr>
        <p:spPr>
          <a:xfrm>
            <a:off x="6305973" y="45720"/>
            <a:ext cx="27465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</a:t>
            </a:r>
            <a:endParaRPr lang="en-US" sz="800"/>
          </a:p>
          <a:p>
            <a:pPr marL="0" indent="0" algn="r">
              <a:buNone/>
            </a:pPr>
            <a:r>
              <a:rPr lang="en-US" sz="800" b="1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AICW Fellowship  |  Student Project Presentation 2026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07D8B"/>
                </a:solidFill>
                <a:latin typeface="Calibri"/>
                <a:ea typeface="Calibri"/>
                <a:cs typeface="Calibri"/>
              </a:rPr>
              <a:t>  LinkedIn  |   Edunet Foundation</a:t>
            </a:r>
            <a:endParaRPr lang="en-US" sz="1100"/>
          </a:p>
        </p:txBody>
      </p:sp>
      <p:sp>
        <p:nvSpPr>
          <p:cNvPr id="7" name="Shape 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3A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revision>80</cp:revision>
  <dcterms:created xsi:type="dcterms:W3CDTF">2026-02-18T09:17:23Z</dcterms:created>
  <dcterms:modified xsi:type="dcterms:W3CDTF">2026-04-09T12:43:12Z</dcterms:modified>
</cp:coreProperties>
</file>