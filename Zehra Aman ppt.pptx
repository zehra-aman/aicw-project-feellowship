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9" r:id="rId2"/>
    <p:sldId id="271" r:id="rId3"/>
    <p:sldId id="258" r:id="rId4"/>
    <p:sldId id="259" r:id="rId5"/>
    <p:sldId id="260" r:id="rId6"/>
    <p:sldId id="268" r:id="rId7"/>
    <p:sldId id="270" r:id="rId8"/>
    <p:sldId id="262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F43"/>
    <a:srgbClr val="FFF568"/>
    <a:srgbClr val="FFF784"/>
    <a:srgbClr val="FFFAA8"/>
    <a:srgbClr val="FFFCC6"/>
    <a:srgbClr val="FFFE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BCAC19-57C6-41F0-B56F-E94DA8CB898E}" v="903" dt="2026-04-17T13:28:34.554"/>
    <p1510:client id="{3B58FB99-0B3D-E8D3-4002-C08B3D89F438}" v="1" dt="2026-04-19T10:43:43.822"/>
    <p1510:client id="{5039640A-C704-6FE6-16C3-8FC4F66E9794}" v="12" dt="2026-04-19T10:36:20.720"/>
    <p1510:client id="{6E79B41A-B02B-4161-B1EC-87988FF182C7}" v="920" dt="2026-04-18T17:46:56.446"/>
    <p1510:client id="{82FB7018-07B2-4392-855B-30717549C32F}" v="303" dt="2026-04-19T08:59:15.546"/>
    <p1510:client id="{A60A6905-341D-D2F6-8C60-38CFBF43EF84}" v="238" dt="2026-04-19T09:39:44.558"/>
    <p1510:client id="{F17F67F8-ED4B-4137-B837-EFDE1C0EEB61}" v="304" dt="2026-04-17T15:25:43.3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5039640A-C704-6FE6-16C3-8FC4F66E9794}"/>
    <pc:docChg chg="delSld modSld sldOrd">
      <pc:chgData name="Guest User" userId="" providerId="Windows Live" clId="Web-{5039640A-C704-6FE6-16C3-8FC4F66E9794}" dt="2026-04-19T10:36:20.720" v="10"/>
      <pc:docMkLst>
        <pc:docMk/>
      </pc:docMkLst>
      <pc:sldChg chg="addSp modSp">
        <pc:chgData name="Guest User" userId="" providerId="Windows Live" clId="Web-{5039640A-C704-6FE6-16C3-8FC4F66E9794}" dt="2026-04-19T10:10:40.906" v="5" actId="1076"/>
        <pc:sldMkLst>
          <pc:docMk/>
          <pc:sldMk cId="121223606" sldId="269"/>
        </pc:sldMkLst>
        <pc:spChg chg="mod">
          <ac:chgData name="Guest User" userId="" providerId="Windows Live" clId="Web-{5039640A-C704-6FE6-16C3-8FC4F66E9794}" dt="2026-04-19T10:10:29.187" v="4" actId="1076"/>
          <ac:spMkLst>
            <pc:docMk/>
            <pc:sldMk cId="121223606" sldId="269"/>
            <ac:spMk id="27" creationId="{56CE2B4C-42F3-6C3D-A2AC-C0C414252A53}"/>
          </ac:spMkLst>
        </pc:spChg>
        <pc:picChg chg="add mod">
          <ac:chgData name="Guest User" userId="" providerId="Windows Live" clId="Web-{5039640A-C704-6FE6-16C3-8FC4F66E9794}" dt="2026-04-19T10:10:40.906" v="5" actId="1076"/>
          <ac:picMkLst>
            <pc:docMk/>
            <pc:sldMk cId="121223606" sldId="269"/>
            <ac:picMk id="26" creationId="{25C8BA13-1E4C-A344-2F78-C6D979FC2C1C}"/>
          </ac:picMkLst>
        </pc:picChg>
      </pc:sldChg>
      <pc:sldChg chg="del ord">
        <pc:chgData name="Guest User" userId="" providerId="Windows Live" clId="Web-{5039640A-C704-6FE6-16C3-8FC4F66E9794}" dt="2026-04-19T10:36:20.720" v="10"/>
        <pc:sldMkLst>
          <pc:docMk/>
          <pc:sldMk cId="2234180233" sldId="272"/>
        </pc:sldMkLst>
      </pc:sldChg>
    </pc:docChg>
  </pc:docChgLst>
  <pc:docChgLst>
    <pc:chgData name="Zehra Aman" userId="6a074406e09099cd" providerId="Windows Live" clId="Web-{8B1140BB-FB34-4B3F-9AC3-F74451B80822}"/>
    <pc:docChg chg="modSld">
      <pc:chgData name="Zehra Aman" userId="6a074406e09099cd" providerId="Windows Live" clId="Web-{8B1140BB-FB34-4B3F-9AC3-F74451B80822}" dt="2026-04-13T12:26:34.968" v="24" actId="20577"/>
      <pc:docMkLst>
        <pc:docMk/>
      </pc:docMkLst>
      <pc:sldChg chg="modSp">
        <pc:chgData name="Zehra Aman" userId="6a074406e09099cd" providerId="Windows Live" clId="Web-{8B1140BB-FB34-4B3F-9AC3-F74451B80822}" dt="2026-04-13T12:17:58.015" v="8" actId="20577"/>
        <pc:sldMkLst>
          <pc:docMk/>
          <pc:sldMk cId="0" sldId="258"/>
        </pc:sldMkLst>
        <pc:spChg chg="mod">
          <ac:chgData name="Zehra Aman" userId="6a074406e09099cd" providerId="Windows Live" clId="Web-{8B1140BB-FB34-4B3F-9AC3-F74451B80822}" dt="2026-04-13T12:17:58.015" v="8" actId="20577"/>
          <ac:spMkLst>
            <pc:docMk/>
            <pc:sldMk cId="0" sldId="258"/>
            <ac:spMk id="6" creationId="{C4E6022B-7813-0277-90AA-6183A4524824}"/>
          </ac:spMkLst>
        </pc:spChg>
      </pc:sldChg>
      <pc:sldChg chg="modSp">
        <pc:chgData name="Zehra Aman" userId="6a074406e09099cd" providerId="Windows Live" clId="Web-{8B1140BB-FB34-4B3F-9AC3-F74451B80822}" dt="2026-04-13T12:26:34.968" v="24" actId="20577"/>
        <pc:sldMkLst>
          <pc:docMk/>
          <pc:sldMk cId="0" sldId="260"/>
        </pc:sldMkLst>
        <pc:spChg chg="mod">
          <ac:chgData name="Zehra Aman" userId="6a074406e09099cd" providerId="Windows Live" clId="Web-{8B1140BB-FB34-4B3F-9AC3-F74451B80822}" dt="2026-04-13T12:26:34.968" v="24" actId="20577"/>
          <ac:spMkLst>
            <pc:docMk/>
            <pc:sldMk cId="0" sldId="260"/>
            <ac:spMk id="6" creationId="{482795C3-2C32-3C9F-A9C1-7CDBF714D2BC}"/>
          </ac:spMkLst>
        </pc:spChg>
      </pc:sldChg>
    </pc:docChg>
  </pc:docChgLst>
  <pc:docChgLst>
    <pc:chgData name="Zehra Aman" userId="6a074406e09099cd" providerId="Windows Live" clId="Web-{B4A608BB-AD6C-4092-AF3A-2F0357630641}"/>
    <pc:docChg chg="modSld">
      <pc:chgData name="Zehra Aman" userId="6a074406e09099cd" providerId="Windows Live" clId="Web-{B4A608BB-AD6C-4092-AF3A-2F0357630641}" dt="2026-04-14T12:05:27.411" v="16" actId="20577"/>
      <pc:docMkLst>
        <pc:docMk/>
      </pc:docMkLst>
      <pc:sldChg chg="modSp">
        <pc:chgData name="Zehra Aman" userId="6a074406e09099cd" providerId="Windows Live" clId="Web-{B4A608BB-AD6C-4092-AF3A-2F0357630641}" dt="2026-04-14T12:05:27.411" v="16" actId="20577"/>
        <pc:sldMkLst>
          <pc:docMk/>
          <pc:sldMk cId="0" sldId="260"/>
        </pc:sldMkLst>
        <pc:spChg chg="mod">
          <ac:chgData name="Zehra Aman" userId="6a074406e09099cd" providerId="Windows Live" clId="Web-{B4A608BB-AD6C-4092-AF3A-2F0357630641}" dt="2026-04-14T12:05:27.411" v="16" actId="20577"/>
          <ac:spMkLst>
            <pc:docMk/>
            <pc:sldMk cId="0" sldId="260"/>
            <ac:spMk id="6" creationId="{482795C3-2C32-3C9F-A9C1-7CDBF714D2BC}"/>
          </ac:spMkLst>
        </pc:spChg>
      </pc:sldChg>
    </pc:docChg>
  </pc:docChgLst>
  <pc:docChgLst>
    <pc:chgData name="Zehra Aman" userId="6a074406e09099cd" providerId="Windows Live" clId="Web-{F17F67F8-ED4B-4137-B837-EFDE1C0EEB61}"/>
    <pc:docChg chg="delSld modSld">
      <pc:chgData name="Zehra Aman" userId="6a074406e09099cd" providerId="Windows Live" clId="Web-{F17F67F8-ED4B-4137-B837-EFDE1C0EEB61}" dt="2026-04-17T15:25:43.327" v="244" actId="1076"/>
      <pc:docMkLst>
        <pc:docMk/>
      </pc:docMkLst>
      <pc:sldChg chg="modSp">
        <pc:chgData name="Zehra Aman" userId="6a074406e09099cd" providerId="Windows Live" clId="Web-{F17F67F8-ED4B-4137-B837-EFDE1C0EEB61}" dt="2026-04-17T14:40:43.618" v="46" actId="1076"/>
        <pc:sldMkLst>
          <pc:docMk/>
          <pc:sldMk cId="0" sldId="258"/>
        </pc:sldMkLst>
        <pc:spChg chg="mod">
          <ac:chgData name="Zehra Aman" userId="6a074406e09099cd" providerId="Windows Live" clId="Web-{F17F67F8-ED4B-4137-B837-EFDE1C0EEB61}" dt="2026-04-17T14:40:43.618" v="46" actId="1076"/>
          <ac:spMkLst>
            <pc:docMk/>
            <pc:sldMk cId="0" sldId="258"/>
            <ac:spMk id="6" creationId="{C4E6022B-7813-0277-90AA-6183A4524824}"/>
          </ac:spMkLst>
        </pc:spChg>
      </pc:sldChg>
      <pc:sldChg chg="modSp">
        <pc:chgData name="Zehra Aman" userId="6a074406e09099cd" providerId="Windows Live" clId="Web-{F17F67F8-ED4B-4137-B837-EFDE1C0EEB61}" dt="2026-04-17T14:41:23.886" v="54" actId="20577"/>
        <pc:sldMkLst>
          <pc:docMk/>
          <pc:sldMk cId="0" sldId="259"/>
        </pc:sldMkLst>
        <pc:spChg chg="mod">
          <ac:chgData name="Zehra Aman" userId="6a074406e09099cd" providerId="Windows Live" clId="Web-{F17F67F8-ED4B-4137-B837-EFDE1C0EEB61}" dt="2026-04-17T14:41:23.886" v="54" actId="20577"/>
          <ac:spMkLst>
            <pc:docMk/>
            <pc:sldMk cId="0" sldId="259"/>
            <ac:spMk id="6" creationId="{EE76AC24-5CB7-D860-6A01-E6D8ABD38610}"/>
          </ac:spMkLst>
        </pc:spChg>
      </pc:sldChg>
      <pc:sldChg chg="modSp">
        <pc:chgData name="Zehra Aman" userId="6a074406e09099cd" providerId="Windows Live" clId="Web-{F17F67F8-ED4B-4137-B837-EFDE1C0EEB61}" dt="2026-04-17T14:42:06.326" v="56" actId="20577"/>
        <pc:sldMkLst>
          <pc:docMk/>
          <pc:sldMk cId="0" sldId="260"/>
        </pc:sldMkLst>
        <pc:spChg chg="mod">
          <ac:chgData name="Zehra Aman" userId="6a074406e09099cd" providerId="Windows Live" clId="Web-{F17F67F8-ED4B-4137-B837-EFDE1C0EEB61}" dt="2026-04-17T14:42:06.326" v="56" actId="20577"/>
          <ac:spMkLst>
            <pc:docMk/>
            <pc:sldMk cId="0" sldId="260"/>
            <ac:spMk id="6" creationId="{482795C3-2C32-3C9F-A9C1-7CDBF714D2BC}"/>
          </ac:spMkLst>
        </pc:spChg>
      </pc:sldChg>
      <pc:sldChg chg="addSp delSp modSp">
        <pc:chgData name="Zehra Aman" userId="6a074406e09099cd" providerId="Windows Live" clId="Web-{F17F67F8-ED4B-4137-B837-EFDE1C0EEB61}" dt="2026-04-17T14:53:36.263" v="147" actId="1076"/>
        <pc:sldMkLst>
          <pc:docMk/>
          <pc:sldMk cId="0" sldId="262"/>
        </pc:sldMkLst>
        <pc:spChg chg="mod">
          <ac:chgData name="Zehra Aman" userId="6a074406e09099cd" providerId="Windows Live" clId="Web-{F17F67F8-ED4B-4137-B837-EFDE1C0EEB61}" dt="2026-04-17T14:48:15.774" v="116" actId="20577"/>
          <ac:spMkLst>
            <pc:docMk/>
            <pc:sldMk cId="0" sldId="262"/>
            <ac:spMk id="16" creationId="{00000000-0000-0000-0000-000000000000}"/>
          </ac:spMkLst>
        </pc:spChg>
        <pc:spChg chg="mod">
          <ac:chgData name="Zehra Aman" userId="6a074406e09099cd" providerId="Windows Live" clId="Web-{F17F67F8-ED4B-4137-B837-EFDE1C0EEB61}" dt="2026-04-17T14:48:32.025" v="119" actId="20577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Zehra Aman" userId="6a074406e09099cd" providerId="Windows Live" clId="Web-{F17F67F8-ED4B-4137-B837-EFDE1C0EEB61}" dt="2026-04-17T14:52:30.153" v="128" actId="20577"/>
          <ac:spMkLst>
            <pc:docMk/>
            <pc:sldMk cId="0" sldId="262"/>
            <ac:spMk id="22" creationId="{9F179787-8724-9B66-1F6D-27A7FBBE5B85}"/>
          </ac:spMkLst>
        </pc:spChg>
        <pc:spChg chg="add mod">
          <ac:chgData name="Zehra Aman" userId="6a074406e09099cd" providerId="Windows Live" clId="Web-{F17F67F8-ED4B-4137-B837-EFDE1C0EEB61}" dt="2026-04-17T14:53:14.950" v="141" actId="20577"/>
          <ac:spMkLst>
            <pc:docMk/>
            <pc:sldMk cId="0" sldId="262"/>
            <ac:spMk id="24" creationId="{D72D99F6-E793-EB07-DC24-F675B2096629}"/>
          </ac:spMkLst>
        </pc:spChg>
        <pc:spChg chg="mod">
          <ac:chgData name="Zehra Aman" userId="6a074406e09099cd" providerId="Windows Live" clId="Web-{F17F67F8-ED4B-4137-B837-EFDE1C0EEB61}" dt="2026-04-17T14:48:11.790" v="115" actId="20577"/>
          <ac:spMkLst>
            <pc:docMk/>
            <pc:sldMk cId="0" sldId="262"/>
            <ac:spMk id="25" creationId="{EF41F119-024F-CD76-29AC-F3A34A486A8C}"/>
          </ac:spMkLst>
        </pc:spChg>
        <pc:spChg chg="add mod">
          <ac:chgData name="Zehra Aman" userId="6a074406e09099cd" providerId="Windows Live" clId="Web-{F17F67F8-ED4B-4137-B837-EFDE1C0EEB61}" dt="2026-04-17T14:53:36.263" v="147" actId="1076"/>
          <ac:spMkLst>
            <pc:docMk/>
            <pc:sldMk cId="0" sldId="262"/>
            <ac:spMk id="26" creationId="{594AADDE-CF44-C0A4-3C4B-BBC4FC2B7D36}"/>
          </ac:spMkLst>
        </pc:spChg>
        <pc:spChg chg="mod">
          <ac:chgData name="Zehra Aman" userId="6a074406e09099cd" providerId="Windows Live" clId="Web-{F17F67F8-ED4B-4137-B837-EFDE1C0EEB61}" dt="2026-04-17T14:48:23.087" v="117" actId="20577"/>
          <ac:spMkLst>
            <pc:docMk/>
            <pc:sldMk cId="0" sldId="262"/>
            <ac:spMk id="27" creationId="{4D2B694C-39E9-C962-5FE1-6D65606ED7C9}"/>
          </ac:spMkLst>
        </pc:spChg>
      </pc:sldChg>
      <pc:sldChg chg="addSp delSp modSp">
        <pc:chgData name="Zehra Aman" userId="6a074406e09099cd" providerId="Windows Live" clId="Web-{F17F67F8-ED4B-4137-B837-EFDE1C0EEB61}" dt="2026-04-17T14:56:10.333" v="176" actId="20577"/>
        <pc:sldMkLst>
          <pc:docMk/>
          <pc:sldMk cId="0" sldId="264"/>
        </pc:sldMkLst>
      </pc:sldChg>
      <pc:sldChg chg="addSp delSp modSp">
        <pc:chgData name="Zehra Aman" userId="6a074406e09099cd" providerId="Windows Live" clId="Web-{F17F67F8-ED4B-4137-B837-EFDE1C0EEB61}" dt="2026-04-17T15:25:43.327" v="244" actId="1076"/>
        <pc:sldMkLst>
          <pc:docMk/>
          <pc:sldMk cId="0" sldId="265"/>
        </pc:sldMkLst>
        <pc:spChg chg="mod">
          <ac:chgData name="Zehra Aman" userId="6a074406e09099cd" providerId="Windows Live" clId="Web-{F17F67F8-ED4B-4137-B837-EFDE1C0EEB61}" dt="2026-04-17T15:22:24.743" v="226" actId="1076"/>
          <ac:spMkLst>
            <pc:docMk/>
            <pc:sldMk cId="0" sldId="265"/>
            <ac:spMk id="18" creationId="{8C7A7E74-ABB5-6664-2EA7-11C1F0D749E0}"/>
          </ac:spMkLst>
        </pc:spChg>
        <pc:picChg chg="add mod">
          <ac:chgData name="Zehra Aman" userId="6a074406e09099cd" providerId="Windows Live" clId="Web-{F17F67F8-ED4B-4137-B837-EFDE1C0EEB61}" dt="2026-04-17T15:25:43.327" v="244" actId="1076"/>
          <ac:picMkLst>
            <pc:docMk/>
            <pc:sldMk cId="0" sldId="265"/>
            <ac:picMk id="19" creationId="{CC88191E-471A-616D-78DC-B0562795AB72}"/>
          </ac:picMkLst>
        </pc:picChg>
      </pc:sldChg>
      <pc:sldChg chg="modSp">
        <pc:chgData name="Zehra Aman" userId="6a074406e09099cd" providerId="Windows Live" clId="Web-{F17F67F8-ED4B-4137-B837-EFDE1C0EEB61}" dt="2026-04-17T14:42:35.624" v="73" actId="20577"/>
        <pc:sldMkLst>
          <pc:docMk/>
          <pc:sldMk cId="1291146624" sldId="268"/>
        </pc:sldMkLst>
        <pc:spChg chg="mod">
          <ac:chgData name="Zehra Aman" userId="6a074406e09099cd" providerId="Windows Live" clId="Web-{F17F67F8-ED4B-4137-B837-EFDE1C0EEB61}" dt="2026-04-17T14:42:35.624" v="73" actId="20577"/>
          <ac:spMkLst>
            <pc:docMk/>
            <pc:sldMk cId="1291146624" sldId="268"/>
            <ac:spMk id="9" creationId="{AEB0585D-1692-05FE-D0EC-78A4FDFB84BE}"/>
          </ac:spMkLst>
        </pc:spChg>
      </pc:sldChg>
      <pc:sldChg chg="addSp modSp">
        <pc:chgData name="Zehra Aman" userId="6a074406e09099cd" providerId="Windows Live" clId="Web-{F17F67F8-ED4B-4137-B837-EFDE1C0EEB61}" dt="2026-04-17T14:47:27.695" v="107" actId="14100"/>
        <pc:sldMkLst>
          <pc:docMk/>
          <pc:sldMk cId="277316779" sldId="270"/>
        </pc:sldMkLst>
        <pc:picChg chg="add mod">
          <ac:chgData name="Zehra Aman" userId="6a074406e09099cd" providerId="Windows Live" clId="Web-{F17F67F8-ED4B-4137-B837-EFDE1C0EEB61}" dt="2026-04-17T14:45:00.207" v="87" actId="1076"/>
          <ac:picMkLst>
            <pc:docMk/>
            <pc:sldMk cId="277316779" sldId="270"/>
            <ac:picMk id="2" creationId="{1C30C6CC-FC0C-7D35-AB5C-B264EFC21604}"/>
          </ac:picMkLst>
        </pc:picChg>
        <pc:picChg chg="mod">
          <ac:chgData name="Zehra Aman" userId="6a074406e09099cd" providerId="Windows Live" clId="Web-{F17F67F8-ED4B-4137-B837-EFDE1C0EEB61}" dt="2026-04-17T14:44:35.582" v="86" actId="1076"/>
          <ac:picMkLst>
            <pc:docMk/>
            <pc:sldMk cId="277316779" sldId="270"/>
            <ac:picMk id="25" creationId="{AB6A5A57-DAF4-6EAF-4C41-32B0CDD7F4A0}"/>
          </ac:picMkLst>
        </pc:picChg>
        <pc:picChg chg="mod">
          <ac:chgData name="Zehra Aman" userId="6a074406e09099cd" providerId="Windows Live" clId="Web-{F17F67F8-ED4B-4137-B837-EFDE1C0EEB61}" dt="2026-04-17T14:45:05.442" v="89" actId="1076"/>
          <ac:picMkLst>
            <pc:docMk/>
            <pc:sldMk cId="277316779" sldId="270"/>
            <ac:picMk id="27" creationId="{E9C0E84C-3BC9-47D6-294B-CECE2E073E2D}"/>
          </ac:picMkLst>
        </pc:picChg>
        <pc:cxnChg chg="add mod">
          <ac:chgData name="Zehra Aman" userId="6a074406e09099cd" providerId="Windows Live" clId="Web-{F17F67F8-ED4B-4137-B837-EFDE1C0EEB61}" dt="2026-04-17T14:45:59.350" v="92" actId="14100"/>
          <ac:cxnSpMkLst>
            <pc:docMk/>
            <pc:sldMk cId="277316779" sldId="270"/>
            <ac:cxnSpMk id="4" creationId="{881802FD-CE69-28F6-195C-A50AE23F80AB}"/>
          </ac:cxnSpMkLst>
        </pc:cxnChg>
        <pc:cxnChg chg="add mod">
          <ac:chgData name="Zehra Aman" userId="6a074406e09099cd" providerId="Windows Live" clId="Web-{F17F67F8-ED4B-4137-B837-EFDE1C0EEB61}" dt="2026-04-17T14:46:09.600" v="94" actId="1076"/>
          <ac:cxnSpMkLst>
            <pc:docMk/>
            <pc:sldMk cId="277316779" sldId="270"/>
            <ac:cxnSpMk id="6" creationId="{E4461BC2-837F-3DF5-1696-7F425E0E5896}"/>
          </ac:cxnSpMkLst>
        </pc:cxnChg>
        <pc:cxnChg chg="add mod">
          <ac:chgData name="Zehra Aman" userId="6a074406e09099cd" providerId="Windows Live" clId="Web-{F17F67F8-ED4B-4137-B837-EFDE1C0EEB61}" dt="2026-04-17T14:46:21.569" v="97" actId="1076"/>
          <ac:cxnSpMkLst>
            <pc:docMk/>
            <pc:sldMk cId="277316779" sldId="270"/>
            <ac:cxnSpMk id="15" creationId="{F35E49A7-4A17-CF64-D6F5-8A795E0F4668}"/>
          </ac:cxnSpMkLst>
        </pc:cxnChg>
        <pc:cxnChg chg="add mod">
          <ac:chgData name="Zehra Aman" userId="6a074406e09099cd" providerId="Windows Live" clId="Web-{F17F67F8-ED4B-4137-B837-EFDE1C0EEB61}" dt="2026-04-17T14:46:50.866" v="102" actId="1076"/>
          <ac:cxnSpMkLst>
            <pc:docMk/>
            <pc:sldMk cId="277316779" sldId="270"/>
            <ac:cxnSpMk id="16" creationId="{1B6A4A04-0A04-2593-B0F0-9C9FD8DEE51B}"/>
          </ac:cxnSpMkLst>
        </pc:cxnChg>
        <pc:cxnChg chg="add mod">
          <ac:chgData name="Zehra Aman" userId="6a074406e09099cd" providerId="Windows Live" clId="Web-{F17F67F8-ED4B-4137-B837-EFDE1C0EEB61}" dt="2026-04-17T14:47:06.414" v="104" actId="1076"/>
          <ac:cxnSpMkLst>
            <pc:docMk/>
            <pc:sldMk cId="277316779" sldId="270"/>
            <ac:cxnSpMk id="17" creationId="{2AFF0617-CB8A-3C9C-C3CF-03BAB1B88382}"/>
          </ac:cxnSpMkLst>
        </pc:cxnChg>
        <pc:cxnChg chg="add mod">
          <ac:chgData name="Zehra Aman" userId="6a074406e09099cd" providerId="Windows Live" clId="Web-{F17F67F8-ED4B-4137-B837-EFDE1C0EEB61}" dt="2026-04-17T14:47:27.695" v="107" actId="14100"/>
          <ac:cxnSpMkLst>
            <pc:docMk/>
            <pc:sldMk cId="277316779" sldId="270"/>
            <ac:cxnSpMk id="18" creationId="{199C5414-1238-E23B-1FD7-0541036DE1F9}"/>
          </ac:cxnSpMkLst>
        </pc:cxnChg>
      </pc:sldChg>
    </pc:docChg>
  </pc:docChgLst>
  <pc:docChgLst>
    <pc:chgData name="Zehra Aman" userId="6a074406e09099cd" providerId="Windows Live" clId="Web-{6E79B41A-B02B-4161-B1EC-87988FF182C7}"/>
    <pc:docChg chg="addSld delSld modSld sldOrd">
      <pc:chgData name="Zehra Aman" userId="6a074406e09099cd" providerId="Windows Live" clId="Web-{6E79B41A-B02B-4161-B1EC-87988FF182C7}" dt="2026-04-18T17:46:56.446" v="691" actId="1076"/>
      <pc:docMkLst>
        <pc:docMk/>
      </pc:docMkLst>
      <pc:sldChg chg="delSp modSp">
        <pc:chgData name="Zehra Aman" userId="6a074406e09099cd" providerId="Windows Live" clId="Web-{6E79B41A-B02B-4161-B1EC-87988FF182C7}" dt="2026-04-18T15:24:56.113" v="181" actId="1076"/>
        <pc:sldMkLst>
          <pc:docMk/>
          <pc:sldMk cId="0" sldId="257"/>
        </pc:sldMkLst>
        <pc:spChg chg="del">
          <ac:chgData name="Zehra Aman" userId="6a074406e09099cd" providerId="Windows Live" clId="Web-{6E79B41A-B02B-4161-B1EC-87988FF182C7}" dt="2026-04-18T15:24:48.112" v="179"/>
          <ac:spMkLst>
            <pc:docMk/>
            <pc:sldMk cId="0" sldId="257"/>
            <ac:spMk id="10" creationId="{00000000-0000-0000-0000-000000000000}"/>
          </ac:spMkLst>
        </pc:spChg>
        <pc:spChg chg="mod">
          <ac:chgData name="Zehra Aman" userId="6a074406e09099cd" providerId="Windows Live" clId="Web-{6E79B41A-B02B-4161-B1EC-87988FF182C7}" dt="2026-04-18T15:18:16.499" v="90" actId="1076"/>
          <ac:spMkLst>
            <pc:docMk/>
            <pc:sldMk cId="0" sldId="257"/>
            <ac:spMk id="11" creationId="{00000000-0000-0000-0000-000000000000}"/>
          </ac:spMkLst>
        </pc:spChg>
        <pc:spChg chg="mod">
          <ac:chgData name="Zehra Aman" userId="6a074406e09099cd" providerId="Windows Live" clId="Web-{6E79B41A-B02B-4161-B1EC-87988FF182C7}" dt="2026-04-18T15:24:56.097" v="180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Zehra Aman" userId="6a074406e09099cd" providerId="Windows Live" clId="Web-{6E79B41A-B02B-4161-B1EC-87988FF182C7}" dt="2026-04-18T15:24:56.113" v="181" actId="1076"/>
          <ac:spMkLst>
            <pc:docMk/>
            <pc:sldMk cId="0" sldId="257"/>
            <ac:spMk id="13" creationId="{00000000-0000-0000-0000-000000000000}"/>
          </ac:spMkLst>
        </pc:spChg>
      </pc:sldChg>
      <pc:sldChg chg="addSp delSp modSp">
        <pc:chgData name="Zehra Aman" userId="6a074406e09099cd" providerId="Windows Live" clId="Web-{6E79B41A-B02B-4161-B1EC-87988FF182C7}" dt="2026-04-18T17:32:38.843" v="511" actId="14100"/>
        <pc:sldMkLst>
          <pc:docMk/>
          <pc:sldMk cId="0" sldId="258"/>
        </pc:sldMkLst>
        <pc:spChg chg="mod">
          <ac:chgData name="Zehra Aman" userId="6a074406e09099cd" providerId="Windows Live" clId="Web-{6E79B41A-B02B-4161-B1EC-87988FF182C7}" dt="2026-04-18T15:52:49.889" v="309" actId="20577"/>
          <ac:spMkLst>
            <pc:docMk/>
            <pc:sldMk cId="0" sldId="258"/>
            <ac:spMk id="6" creationId="{C4E6022B-7813-0277-90AA-6183A4524824}"/>
          </ac:spMkLst>
        </pc:spChg>
        <pc:spChg chg="add mod">
          <ac:chgData name="Zehra Aman" userId="6a074406e09099cd" providerId="Windows Live" clId="Web-{6E79B41A-B02B-4161-B1EC-87988FF182C7}" dt="2026-04-18T17:32:18.513" v="504" actId="1076"/>
          <ac:spMkLst>
            <pc:docMk/>
            <pc:sldMk cId="0" sldId="258"/>
            <ac:spMk id="7" creationId="{1D1D5FD4-8CE8-0457-E9FC-2B06085FE687}"/>
          </ac:spMkLst>
        </pc:spChg>
        <pc:spChg chg="add mod">
          <ac:chgData name="Zehra Aman" userId="6a074406e09099cd" providerId="Windows Live" clId="Web-{6E79B41A-B02B-4161-B1EC-87988FF182C7}" dt="2026-04-18T17:32:18.544" v="508" actId="1076"/>
          <ac:spMkLst>
            <pc:docMk/>
            <pc:sldMk cId="0" sldId="258"/>
            <ac:spMk id="10" creationId="{9CDC8B6D-1A8D-AC72-01AD-0A64BB30BBA7}"/>
          </ac:spMkLst>
        </pc:spChg>
        <pc:spChg chg="add mod">
          <ac:chgData name="Zehra Aman" userId="6a074406e09099cd" providerId="Windows Live" clId="Web-{6E79B41A-B02B-4161-B1EC-87988FF182C7}" dt="2026-04-18T17:32:18.529" v="506" actId="1076"/>
          <ac:spMkLst>
            <pc:docMk/>
            <pc:sldMk cId="0" sldId="258"/>
            <ac:spMk id="12" creationId="{CE9ECB04-EDB2-E0B1-EE44-C86E0B9F70AB}"/>
          </ac:spMkLst>
        </pc:spChg>
        <pc:spChg chg="add mod">
          <ac:chgData name="Zehra Aman" userId="6a074406e09099cd" providerId="Windows Live" clId="Web-{6E79B41A-B02B-4161-B1EC-87988FF182C7}" dt="2026-04-18T17:32:33.405" v="510" actId="1076"/>
          <ac:spMkLst>
            <pc:docMk/>
            <pc:sldMk cId="0" sldId="258"/>
            <ac:spMk id="15" creationId="{B6801246-5D11-2E7B-785F-D57AD9ADF018}"/>
          </ac:spMkLst>
        </pc:spChg>
        <pc:picChg chg="add del mod">
          <ac:chgData name="Zehra Aman" userId="6a074406e09099cd" providerId="Windows Live" clId="Web-{6E79B41A-B02B-4161-B1EC-87988FF182C7}" dt="2026-04-18T16:27:55.371" v="377"/>
          <ac:picMkLst>
            <pc:docMk/>
            <pc:sldMk cId="0" sldId="258"/>
            <ac:picMk id="8" creationId="{C026DF77-D6F9-35DD-5DC6-65C245382FBB}"/>
          </ac:picMkLst>
        </pc:picChg>
        <pc:picChg chg="add del mod">
          <ac:chgData name="Zehra Aman" userId="6a074406e09099cd" providerId="Windows Live" clId="Web-{6E79B41A-B02B-4161-B1EC-87988FF182C7}" dt="2026-04-18T15:54:32.616" v="329"/>
          <ac:picMkLst>
            <pc:docMk/>
            <pc:sldMk cId="0" sldId="258"/>
            <ac:picMk id="8" creationId="{F1321145-B5F8-983E-FD5B-B04A6D81D73C}"/>
          </ac:picMkLst>
        </pc:picChg>
        <pc:picChg chg="add mod">
          <ac:chgData name="Zehra Aman" userId="6a074406e09099cd" providerId="Windows Live" clId="Web-{6E79B41A-B02B-4161-B1EC-87988FF182C7}" dt="2026-04-18T17:32:38.843" v="511" actId="14100"/>
          <ac:picMkLst>
            <pc:docMk/>
            <pc:sldMk cId="0" sldId="258"/>
            <ac:picMk id="8" creationId="{F2114F11-A63E-0304-DAD6-CA50DB70E289}"/>
          </ac:picMkLst>
        </pc:picChg>
        <pc:picChg chg="add mod">
          <ac:chgData name="Zehra Aman" userId="6a074406e09099cd" providerId="Windows Live" clId="Web-{6E79B41A-B02B-4161-B1EC-87988FF182C7}" dt="2026-04-18T17:32:18.529" v="507" actId="1076"/>
          <ac:picMkLst>
            <pc:docMk/>
            <pc:sldMk cId="0" sldId="258"/>
            <ac:picMk id="9" creationId="{4AF53F9F-0312-B654-9357-C6F01BCC31E5}"/>
          </ac:picMkLst>
        </pc:picChg>
        <pc:picChg chg="add del mod">
          <ac:chgData name="Zehra Aman" userId="6a074406e09099cd" providerId="Windows Live" clId="Web-{6E79B41A-B02B-4161-B1EC-87988FF182C7}" dt="2026-04-18T15:54:39.804" v="331"/>
          <ac:picMkLst>
            <pc:docMk/>
            <pc:sldMk cId="0" sldId="258"/>
            <ac:picMk id="9" creationId="{6EFBE877-9CCC-E385-46FD-3C61D3C7CEF0}"/>
          </ac:picMkLst>
        </pc:picChg>
        <pc:picChg chg="add del mod">
          <ac:chgData name="Zehra Aman" userId="6a074406e09099cd" providerId="Windows Live" clId="Web-{6E79B41A-B02B-4161-B1EC-87988FF182C7}" dt="2026-04-18T15:55:36.073" v="333"/>
          <ac:picMkLst>
            <pc:docMk/>
            <pc:sldMk cId="0" sldId="258"/>
            <ac:picMk id="10" creationId="{87899187-803D-F7F9-464B-29A35D8E7698}"/>
          </ac:picMkLst>
        </pc:picChg>
        <pc:picChg chg="add mod">
          <ac:chgData name="Zehra Aman" userId="6a074406e09099cd" providerId="Windows Live" clId="Web-{6E79B41A-B02B-4161-B1EC-87988FF182C7}" dt="2026-04-18T17:32:18.513" v="505" actId="1076"/>
          <ac:picMkLst>
            <pc:docMk/>
            <pc:sldMk cId="0" sldId="258"/>
            <ac:picMk id="11" creationId="{789B6350-EC9C-F61F-65E8-3D1C86347C87}"/>
          </ac:picMkLst>
        </pc:picChg>
        <pc:picChg chg="add mod">
          <ac:chgData name="Zehra Aman" userId="6a074406e09099cd" providerId="Windows Live" clId="Web-{6E79B41A-B02B-4161-B1EC-87988FF182C7}" dt="2026-04-18T17:32:22.888" v="509" actId="1076"/>
          <ac:picMkLst>
            <pc:docMk/>
            <pc:sldMk cId="0" sldId="258"/>
            <ac:picMk id="14" creationId="{0BFF5563-D064-D0BC-7878-D1A406B36F41}"/>
          </ac:picMkLst>
        </pc:picChg>
      </pc:sldChg>
      <pc:sldChg chg="addSp delSp modSp">
        <pc:chgData name="Zehra Aman" userId="6a074406e09099cd" providerId="Windows Live" clId="Web-{6E79B41A-B02B-4161-B1EC-87988FF182C7}" dt="2026-04-18T17:45:52.788" v="690" actId="20577"/>
        <pc:sldMkLst>
          <pc:docMk/>
          <pc:sldMk cId="0" sldId="259"/>
        </pc:sldMkLst>
        <pc:spChg chg="mod">
          <ac:chgData name="Zehra Aman" userId="6a074406e09099cd" providerId="Windows Live" clId="Web-{6E79B41A-B02B-4161-B1EC-87988FF182C7}" dt="2026-04-18T17:40:21.559" v="552" actId="14100"/>
          <ac:spMkLst>
            <pc:docMk/>
            <pc:sldMk cId="0" sldId="259"/>
            <ac:spMk id="6" creationId="{EE76AC24-5CB7-D860-6A01-E6D8ABD38610}"/>
          </ac:spMkLst>
        </pc:spChg>
        <pc:spChg chg="add mod">
          <ac:chgData name="Zehra Aman" userId="6a074406e09099cd" providerId="Windows Live" clId="Web-{6E79B41A-B02B-4161-B1EC-87988FF182C7}" dt="2026-04-18T17:45:52.788" v="690" actId="20577"/>
          <ac:spMkLst>
            <pc:docMk/>
            <pc:sldMk cId="0" sldId="259"/>
            <ac:spMk id="9" creationId="{539C7AAA-31DB-B228-E7A9-2A406F9E1C03}"/>
          </ac:spMkLst>
        </pc:spChg>
        <pc:spChg chg="add mod">
          <ac:chgData name="Zehra Aman" userId="6a074406e09099cd" providerId="Windows Live" clId="Web-{6E79B41A-B02B-4161-B1EC-87988FF182C7}" dt="2026-04-18T17:43:21.626" v="610" actId="14100"/>
          <ac:spMkLst>
            <pc:docMk/>
            <pc:sldMk cId="0" sldId="259"/>
            <ac:spMk id="10" creationId="{09D2A8C0-F7B4-186D-1EE8-6BFA486AE50D}"/>
          </ac:spMkLst>
        </pc:spChg>
        <pc:spChg chg="add mod">
          <ac:chgData name="Zehra Aman" userId="6a074406e09099cd" providerId="Windows Live" clId="Web-{6E79B41A-B02B-4161-B1EC-87988FF182C7}" dt="2026-04-18T17:43:28.954" v="611" actId="1076"/>
          <ac:spMkLst>
            <pc:docMk/>
            <pc:sldMk cId="0" sldId="259"/>
            <ac:spMk id="11" creationId="{B3F34CB2-F490-E197-A31D-1AA48D40E7D3}"/>
          </ac:spMkLst>
        </pc:spChg>
        <pc:spChg chg="add mod">
          <ac:chgData name="Zehra Aman" userId="6a074406e09099cd" providerId="Windows Live" clId="Web-{6E79B41A-B02B-4161-B1EC-87988FF182C7}" dt="2026-04-18T17:43:34.173" v="612" actId="1076"/>
          <ac:spMkLst>
            <pc:docMk/>
            <pc:sldMk cId="0" sldId="259"/>
            <ac:spMk id="12" creationId="{F1A88629-2324-F757-1A0F-86D42D14E80C}"/>
          </ac:spMkLst>
        </pc:spChg>
        <pc:spChg chg="add mod">
          <ac:chgData name="Zehra Aman" userId="6a074406e09099cd" providerId="Windows Live" clId="Web-{6E79B41A-B02B-4161-B1EC-87988FF182C7}" dt="2026-04-18T17:44:49.705" v="670" actId="20577"/>
          <ac:spMkLst>
            <pc:docMk/>
            <pc:sldMk cId="0" sldId="259"/>
            <ac:spMk id="13" creationId="{F5F0D235-B007-A369-763C-2B36FCC03EEB}"/>
          </ac:spMkLst>
        </pc:spChg>
        <pc:picChg chg="del">
          <ac:chgData name="Zehra Aman" userId="6a074406e09099cd" providerId="Windows Live" clId="Web-{6E79B41A-B02B-4161-B1EC-87988FF182C7}" dt="2026-04-18T17:38:59.509" v="531"/>
          <ac:picMkLst>
            <pc:docMk/>
            <pc:sldMk cId="0" sldId="259"/>
            <ac:picMk id="7" creationId="{FF930B91-7260-D512-0F5C-033A65424AD2}"/>
          </ac:picMkLst>
        </pc:picChg>
        <pc:picChg chg="add mod">
          <ac:chgData name="Zehra Aman" userId="6a074406e09099cd" providerId="Windows Live" clId="Web-{6E79B41A-B02B-4161-B1EC-87988FF182C7}" dt="2026-04-18T17:39:06.103" v="532" actId="1076"/>
          <ac:picMkLst>
            <pc:docMk/>
            <pc:sldMk cId="0" sldId="259"/>
            <ac:picMk id="8" creationId="{23EA21D5-E1A0-DE5A-03FE-85667060B965}"/>
          </ac:picMkLst>
        </pc:picChg>
      </pc:sldChg>
      <pc:sldChg chg="modSp">
        <pc:chgData name="Zehra Aman" userId="6a074406e09099cd" providerId="Windows Live" clId="Web-{6E79B41A-B02B-4161-B1EC-87988FF182C7}" dt="2026-04-18T17:46:56.446" v="691" actId="1076"/>
        <pc:sldMkLst>
          <pc:docMk/>
          <pc:sldMk cId="1291146624" sldId="268"/>
        </pc:sldMkLst>
        <pc:picChg chg="mod">
          <ac:chgData name="Zehra Aman" userId="6a074406e09099cd" providerId="Windows Live" clId="Web-{6E79B41A-B02B-4161-B1EC-87988FF182C7}" dt="2026-04-18T17:46:56.446" v="691" actId="1076"/>
          <ac:picMkLst>
            <pc:docMk/>
            <pc:sldMk cId="1291146624" sldId="268"/>
            <ac:picMk id="12" creationId="{2DBFBACA-B022-949C-71A8-80D1D0ADEB4B}"/>
          </ac:picMkLst>
        </pc:picChg>
      </pc:sldChg>
      <pc:sldChg chg="addSp delSp modSp new">
        <pc:chgData name="Zehra Aman" userId="6a074406e09099cd" providerId="Windows Live" clId="Web-{6E79B41A-B02B-4161-B1EC-87988FF182C7}" dt="2026-04-18T15:47:52.031" v="273" actId="1076"/>
        <pc:sldMkLst>
          <pc:docMk/>
          <pc:sldMk cId="2470571005" sldId="271"/>
        </pc:sldMkLst>
        <pc:spChg chg="add">
          <ac:chgData name="Zehra Aman" userId="6a074406e09099cd" providerId="Windows Live" clId="Web-{6E79B41A-B02B-4161-B1EC-87988FF182C7}" dt="2026-04-18T15:04:24.555" v="1"/>
          <ac:spMkLst>
            <pc:docMk/>
            <pc:sldMk cId="2470571005" sldId="271"/>
            <ac:spMk id="3" creationId="{7E179621-2700-4CE2-ABC7-24FEEE8B0C32}"/>
          </ac:spMkLst>
        </pc:spChg>
        <pc:spChg chg="add">
          <ac:chgData name="Zehra Aman" userId="6a074406e09099cd" providerId="Windows Live" clId="Web-{6E79B41A-B02B-4161-B1EC-87988FF182C7}" dt="2026-04-18T15:04:24.555" v="2"/>
          <ac:spMkLst>
            <pc:docMk/>
            <pc:sldMk cId="2470571005" sldId="271"/>
            <ac:spMk id="5" creationId="{DF552803-B4BC-F2FF-CFD1-3731F5B1A94E}"/>
          </ac:spMkLst>
        </pc:spChg>
        <pc:spChg chg="add">
          <ac:chgData name="Zehra Aman" userId="6a074406e09099cd" providerId="Windows Live" clId="Web-{6E79B41A-B02B-4161-B1EC-87988FF182C7}" dt="2026-04-18T15:04:36.856" v="3"/>
          <ac:spMkLst>
            <pc:docMk/>
            <pc:sldMk cId="2470571005" sldId="271"/>
            <ac:spMk id="7" creationId="{A527227A-01D1-AB2D-4491-C055FD61544E}"/>
          </ac:spMkLst>
        </pc:spChg>
        <pc:spChg chg="add del mod">
          <ac:chgData name="Zehra Aman" userId="6a074406e09099cd" providerId="Windows Live" clId="Web-{6E79B41A-B02B-4161-B1EC-87988FF182C7}" dt="2026-04-18T15:07:11.888" v="35"/>
          <ac:spMkLst>
            <pc:docMk/>
            <pc:sldMk cId="2470571005" sldId="271"/>
            <ac:spMk id="8" creationId="{67A8DAEF-1947-10EB-738F-A6EFF5AEDC9A}"/>
          </ac:spMkLst>
        </pc:spChg>
        <pc:spChg chg="add mod">
          <ac:chgData name="Zehra Aman" userId="6a074406e09099cd" providerId="Windows Live" clId="Web-{6E79B41A-B02B-4161-B1EC-87988FF182C7}" dt="2026-04-18T15:47:52.031" v="273" actId="1076"/>
          <ac:spMkLst>
            <pc:docMk/>
            <pc:sldMk cId="2470571005" sldId="271"/>
            <ac:spMk id="9" creationId="{E8DE964C-BEE0-64DB-05E7-3F999E0A0F1D}"/>
          </ac:spMkLst>
        </pc:spChg>
        <pc:spChg chg="add del mod">
          <ac:chgData name="Zehra Aman" userId="6a074406e09099cd" providerId="Windows Live" clId="Web-{6E79B41A-B02B-4161-B1EC-87988FF182C7}" dt="2026-04-18T15:11:02.561" v="58"/>
          <ac:spMkLst>
            <pc:docMk/>
            <pc:sldMk cId="2470571005" sldId="271"/>
            <ac:spMk id="10" creationId="{C0529437-7E71-E777-6372-AA100DC17148}"/>
          </ac:spMkLst>
        </pc:spChg>
        <pc:spChg chg="add mod">
          <ac:chgData name="Zehra Aman" userId="6a074406e09099cd" providerId="Windows Live" clId="Web-{6E79B41A-B02B-4161-B1EC-87988FF182C7}" dt="2026-04-18T15:47:31.921" v="254" actId="1076"/>
          <ac:spMkLst>
            <pc:docMk/>
            <pc:sldMk cId="2470571005" sldId="271"/>
            <ac:spMk id="11" creationId="{EE57EA42-6BA6-15A4-65F3-3217981B6DEB}"/>
          </ac:spMkLst>
        </pc:spChg>
        <pc:spChg chg="add mod">
          <ac:chgData name="Zehra Aman" userId="6a074406e09099cd" providerId="Windows Live" clId="Web-{6E79B41A-B02B-4161-B1EC-87988FF182C7}" dt="2026-04-18T15:47:31.921" v="255" actId="1076"/>
          <ac:spMkLst>
            <pc:docMk/>
            <pc:sldMk cId="2470571005" sldId="271"/>
            <ac:spMk id="12" creationId="{D84A1C42-E7CC-8DE4-7519-DC9A3CA4357F}"/>
          </ac:spMkLst>
        </pc:spChg>
        <pc:spChg chg="add mod">
          <ac:chgData name="Zehra Aman" userId="6a074406e09099cd" providerId="Windows Live" clId="Web-{6E79B41A-B02B-4161-B1EC-87988FF182C7}" dt="2026-04-18T15:47:31.937" v="256" actId="1076"/>
          <ac:spMkLst>
            <pc:docMk/>
            <pc:sldMk cId="2470571005" sldId="271"/>
            <ac:spMk id="13" creationId="{ACF940FF-4EAB-F0B9-B4B6-0B3C353A3F71}"/>
          </ac:spMkLst>
        </pc:spChg>
        <pc:spChg chg="add mod">
          <ac:chgData name="Zehra Aman" userId="6a074406e09099cd" providerId="Windows Live" clId="Web-{6E79B41A-B02B-4161-B1EC-87988FF182C7}" dt="2026-04-18T15:47:31.937" v="257" actId="1076"/>
          <ac:spMkLst>
            <pc:docMk/>
            <pc:sldMk cId="2470571005" sldId="271"/>
            <ac:spMk id="14" creationId="{E1AEDE39-5CD6-7DE5-8A1E-4638AB0EF7B2}"/>
          </ac:spMkLst>
        </pc:spChg>
        <pc:spChg chg="add mod">
          <ac:chgData name="Zehra Aman" userId="6a074406e09099cd" providerId="Windows Live" clId="Web-{6E79B41A-B02B-4161-B1EC-87988FF182C7}" dt="2026-04-18T15:47:31.952" v="258" actId="1076"/>
          <ac:spMkLst>
            <pc:docMk/>
            <pc:sldMk cId="2470571005" sldId="271"/>
            <ac:spMk id="15" creationId="{5FF9AD11-1193-A8EA-1AB9-4B3A60147A6F}"/>
          </ac:spMkLst>
        </pc:spChg>
        <pc:spChg chg="add mod">
          <ac:chgData name="Zehra Aman" userId="6a074406e09099cd" providerId="Windows Live" clId="Web-{6E79B41A-B02B-4161-B1EC-87988FF182C7}" dt="2026-04-18T15:47:31.952" v="259" actId="1076"/>
          <ac:spMkLst>
            <pc:docMk/>
            <pc:sldMk cId="2470571005" sldId="271"/>
            <ac:spMk id="16" creationId="{2F5921A3-BCBA-2957-F02A-5AFEC8ABB163}"/>
          </ac:spMkLst>
        </pc:spChg>
        <pc:spChg chg="add del">
          <ac:chgData name="Zehra Aman" userId="6a074406e09099cd" providerId="Windows Live" clId="Web-{6E79B41A-B02B-4161-B1EC-87988FF182C7}" dt="2026-04-18T15:21:12.078" v="115"/>
          <ac:spMkLst>
            <pc:docMk/>
            <pc:sldMk cId="2470571005" sldId="271"/>
            <ac:spMk id="25" creationId="{6B347428-857E-7644-DEB7-9F8963563965}"/>
          </ac:spMkLst>
        </pc:spChg>
        <pc:spChg chg="add mod">
          <ac:chgData name="Zehra Aman" userId="6a074406e09099cd" providerId="Windows Live" clId="Web-{6E79B41A-B02B-4161-B1EC-87988FF182C7}" dt="2026-04-18T15:47:31.999" v="266" actId="1076"/>
          <ac:spMkLst>
            <pc:docMk/>
            <pc:sldMk cId="2470571005" sldId="271"/>
            <ac:spMk id="26" creationId="{9C0FADA5-CEB9-06F6-B5CF-C42899F843A9}"/>
          </ac:spMkLst>
        </pc:spChg>
        <pc:spChg chg="add mod">
          <ac:chgData name="Zehra Aman" userId="6a074406e09099cd" providerId="Windows Live" clId="Web-{6E79B41A-B02B-4161-B1EC-87988FF182C7}" dt="2026-04-18T15:47:32.015" v="267" actId="1076"/>
          <ac:spMkLst>
            <pc:docMk/>
            <pc:sldMk cId="2470571005" sldId="271"/>
            <ac:spMk id="27" creationId="{6E68D423-DD8D-DD2F-69FF-E6673B246D8B}"/>
          </ac:spMkLst>
        </pc:spChg>
        <pc:spChg chg="add mod">
          <ac:chgData name="Zehra Aman" userId="6a074406e09099cd" providerId="Windows Live" clId="Web-{6E79B41A-B02B-4161-B1EC-87988FF182C7}" dt="2026-04-18T15:47:32.015" v="268" actId="1076"/>
          <ac:spMkLst>
            <pc:docMk/>
            <pc:sldMk cId="2470571005" sldId="271"/>
            <ac:spMk id="28" creationId="{2B158E46-67FD-7DD8-004E-31E5F838111F}"/>
          </ac:spMkLst>
        </pc:spChg>
        <pc:spChg chg="add mod">
          <ac:chgData name="Zehra Aman" userId="6a074406e09099cd" providerId="Windows Live" clId="Web-{6E79B41A-B02B-4161-B1EC-87988FF182C7}" dt="2026-04-18T15:47:32.030" v="269" actId="1076"/>
          <ac:spMkLst>
            <pc:docMk/>
            <pc:sldMk cId="2470571005" sldId="271"/>
            <ac:spMk id="29" creationId="{67F1A3C7-1437-72FE-5B1D-7608EC5C9E32}"/>
          </ac:spMkLst>
        </pc:spChg>
        <pc:spChg chg="add mod">
          <ac:chgData name="Zehra Aman" userId="6a074406e09099cd" providerId="Windows Live" clId="Web-{6E79B41A-B02B-4161-B1EC-87988FF182C7}" dt="2026-04-18T15:47:32.030" v="270" actId="1076"/>
          <ac:spMkLst>
            <pc:docMk/>
            <pc:sldMk cId="2470571005" sldId="271"/>
            <ac:spMk id="30" creationId="{0F52F2C6-B8E9-57B0-5912-9D9372565EF7}"/>
          </ac:spMkLst>
        </pc:spChg>
        <pc:spChg chg="add mod">
          <ac:chgData name="Zehra Aman" userId="6a074406e09099cd" providerId="Windows Live" clId="Web-{6E79B41A-B02B-4161-B1EC-87988FF182C7}" dt="2026-04-18T15:47:32.030" v="271" actId="1076"/>
          <ac:spMkLst>
            <pc:docMk/>
            <pc:sldMk cId="2470571005" sldId="271"/>
            <ac:spMk id="31" creationId="{161FC033-0221-5F3C-8041-B2DDB3B14510}"/>
          </ac:spMkLst>
        </pc:spChg>
        <pc:cxnChg chg="add del">
          <ac:chgData name="Zehra Aman" userId="6a074406e09099cd" providerId="Windows Live" clId="Web-{6E79B41A-B02B-4161-B1EC-87988FF182C7}" dt="2026-04-18T15:17:41.280" v="85"/>
          <ac:cxnSpMkLst>
            <pc:docMk/>
            <pc:sldMk cId="2470571005" sldId="271"/>
            <ac:cxnSpMk id="17" creationId="{C16DFD83-113B-04B9-1FAC-51628CDB83A3}"/>
          </ac:cxnSpMkLst>
        </pc:cxnChg>
        <pc:cxnChg chg="add mod">
          <ac:chgData name="Zehra Aman" userId="6a074406e09099cd" providerId="Windows Live" clId="Web-{6E79B41A-B02B-4161-B1EC-87988FF182C7}" dt="2026-04-18T15:47:31.952" v="260" actId="1076"/>
          <ac:cxnSpMkLst>
            <pc:docMk/>
            <pc:sldMk cId="2470571005" sldId="271"/>
            <ac:cxnSpMk id="18" creationId="{93E4603F-FBF5-3B1C-41AE-37D1F5982E13}"/>
          </ac:cxnSpMkLst>
        </pc:cxnChg>
        <pc:cxnChg chg="add mod">
          <ac:chgData name="Zehra Aman" userId="6a074406e09099cd" providerId="Windows Live" clId="Web-{6E79B41A-B02B-4161-B1EC-87988FF182C7}" dt="2026-04-18T15:47:31.968" v="261" actId="1076"/>
          <ac:cxnSpMkLst>
            <pc:docMk/>
            <pc:sldMk cId="2470571005" sldId="271"/>
            <ac:cxnSpMk id="19" creationId="{03C1F79B-B3EE-ED91-0BE9-E6290BCE93E5}"/>
          </ac:cxnSpMkLst>
        </pc:cxnChg>
        <pc:cxnChg chg="add mod">
          <ac:chgData name="Zehra Aman" userId="6a074406e09099cd" providerId="Windows Live" clId="Web-{6E79B41A-B02B-4161-B1EC-87988FF182C7}" dt="2026-04-18T15:47:31.968" v="262" actId="1076"/>
          <ac:cxnSpMkLst>
            <pc:docMk/>
            <pc:sldMk cId="2470571005" sldId="271"/>
            <ac:cxnSpMk id="20" creationId="{A6E93885-57A0-E1C2-FB5F-375BAC29F1F3}"/>
          </ac:cxnSpMkLst>
        </pc:cxnChg>
        <pc:cxnChg chg="add mod">
          <ac:chgData name="Zehra Aman" userId="6a074406e09099cd" providerId="Windows Live" clId="Web-{6E79B41A-B02B-4161-B1EC-87988FF182C7}" dt="2026-04-18T15:47:31.983" v="263" actId="1076"/>
          <ac:cxnSpMkLst>
            <pc:docMk/>
            <pc:sldMk cId="2470571005" sldId="271"/>
            <ac:cxnSpMk id="21" creationId="{A64367F5-42B1-FCC9-4A58-B966F993270E}"/>
          </ac:cxnSpMkLst>
        </pc:cxnChg>
        <pc:cxnChg chg="add mod">
          <ac:chgData name="Zehra Aman" userId="6a074406e09099cd" providerId="Windows Live" clId="Web-{6E79B41A-B02B-4161-B1EC-87988FF182C7}" dt="2026-04-18T15:47:31.999" v="264" actId="1076"/>
          <ac:cxnSpMkLst>
            <pc:docMk/>
            <pc:sldMk cId="2470571005" sldId="271"/>
            <ac:cxnSpMk id="22" creationId="{A8A385DD-FA68-5D1F-283B-45BD0C031DA3}"/>
          </ac:cxnSpMkLst>
        </pc:cxnChg>
        <pc:cxnChg chg="add del mod">
          <ac:chgData name="Zehra Aman" userId="6a074406e09099cd" providerId="Windows Live" clId="Web-{6E79B41A-B02B-4161-B1EC-87988FF182C7}" dt="2026-04-18T15:25:40.036" v="186"/>
          <ac:cxnSpMkLst>
            <pc:docMk/>
            <pc:sldMk cId="2470571005" sldId="271"/>
            <ac:cxnSpMk id="23" creationId="{58927F82-D2CC-EB0A-49DE-85151B255E0D}"/>
          </ac:cxnSpMkLst>
        </pc:cxnChg>
        <pc:cxnChg chg="add mod">
          <ac:chgData name="Zehra Aman" userId="6a074406e09099cd" providerId="Windows Live" clId="Web-{6E79B41A-B02B-4161-B1EC-87988FF182C7}" dt="2026-04-18T15:47:31.999" v="265" actId="1076"/>
          <ac:cxnSpMkLst>
            <pc:docMk/>
            <pc:sldMk cId="2470571005" sldId="271"/>
            <ac:cxnSpMk id="24" creationId="{7E3D3E66-6AD0-423A-4E37-1BB4CAEC0EED}"/>
          </ac:cxnSpMkLst>
        </pc:cxnChg>
      </pc:sldChg>
      <pc:sldChg chg="addSp delSp modSp new del ord">
        <pc:chgData name="Zehra Aman" userId="6a074406e09099cd" providerId="Windows Live" clId="Web-{6E79B41A-B02B-4161-B1EC-87988FF182C7}" dt="2026-04-18T17:39:34.776" v="536"/>
        <pc:sldMkLst>
          <pc:docMk/>
          <pc:sldMk cId="3232686482" sldId="272"/>
        </pc:sldMkLst>
        <pc:spChg chg="add">
          <ac:chgData name="Zehra Aman" userId="6a074406e09099cd" providerId="Windows Live" clId="Web-{6E79B41A-B02B-4161-B1EC-87988FF182C7}" dt="2026-04-18T17:33:18.378" v="513"/>
          <ac:spMkLst>
            <pc:docMk/>
            <pc:sldMk cId="3232686482" sldId="272"/>
            <ac:spMk id="3" creationId="{AD4968FB-A1F5-4A7C-7481-8B0C00E60D9E}"/>
          </ac:spMkLst>
        </pc:spChg>
        <pc:spChg chg="add">
          <ac:chgData name="Zehra Aman" userId="6a074406e09099cd" providerId="Windows Live" clId="Web-{6E79B41A-B02B-4161-B1EC-87988FF182C7}" dt="2026-04-18T17:33:18.378" v="514"/>
          <ac:spMkLst>
            <pc:docMk/>
            <pc:sldMk cId="3232686482" sldId="272"/>
            <ac:spMk id="5" creationId="{5ACE24A6-4DB3-52F3-3AEE-78B14E6D5D86}"/>
          </ac:spMkLst>
        </pc:spChg>
        <pc:spChg chg="add">
          <ac:chgData name="Zehra Aman" userId="6a074406e09099cd" providerId="Windows Live" clId="Web-{6E79B41A-B02B-4161-B1EC-87988FF182C7}" dt="2026-04-18T17:33:28.411" v="515"/>
          <ac:spMkLst>
            <pc:docMk/>
            <pc:sldMk cId="3232686482" sldId="272"/>
            <ac:spMk id="7" creationId="{1DF46775-F19E-ECE8-A804-12E86CBFA1FC}"/>
          </ac:spMkLst>
        </pc:spChg>
        <pc:spChg chg="add">
          <ac:chgData name="Zehra Aman" userId="6a074406e09099cd" providerId="Windows Live" clId="Web-{6E79B41A-B02B-4161-B1EC-87988FF182C7}" dt="2026-04-18T17:34:34.166" v="516"/>
          <ac:spMkLst>
            <pc:docMk/>
            <pc:sldMk cId="3232686482" sldId="272"/>
            <ac:spMk id="9" creationId="{A5253B46-FBE2-90E8-2256-BE638DCA6A49}"/>
          </ac:spMkLst>
        </pc:spChg>
        <pc:spChg chg="add mod">
          <ac:chgData name="Zehra Aman" userId="6a074406e09099cd" providerId="Windows Live" clId="Web-{6E79B41A-B02B-4161-B1EC-87988FF182C7}" dt="2026-04-18T17:38:19.351" v="528"/>
          <ac:spMkLst>
            <pc:docMk/>
            <pc:sldMk cId="3232686482" sldId="272"/>
            <ac:spMk id="11" creationId="{7E38BD3C-71E5-D5F4-14D3-4BC3296C45AB}"/>
          </ac:spMkLst>
        </pc:spChg>
        <pc:picChg chg="add del mod">
          <ac:chgData name="Zehra Aman" userId="6a074406e09099cd" providerId="Windows Live" clId="Web-{6E79B41A-B02B-4161-B1EC-87988FF182C7}" dt="2026-04-18T17:38:51.915" v="529"/>
          <ac:picMkLst>
            <pc:docMk/>
            <pc:sldMk cId="3232686482" sldId="272"/>
            <ac:picMk id="10" creationId="{DBFAE7D2-E142-2E24-A081-BC2A4CF30181}"/>
          </ac:picMkLst>
        </pc:picChg>
      </pc:sldChg>
    </pc:docChg>
  </pc:docChgLst>
  <pc:docChgLst>
    <pc:chgData name="Guest User" providerId="Windows Live" clId="Web-{A60A6905-341D-D2F6-8C60-38CFBF43EF84}"/>
    <pc:docChg chg="addSld modSld">
      <pc:chgData name="Guest User" userId="" providerId="Windows Live" clId="Web-{A60A6905-341D-D2F6-8C60-38CFBF43EF84}" dt="2026-04-19T09:39:44.558" v="129" actId="1076"/>
      <pc:docMkLst>
        <pc:docMk/>
      </pc:docMkLst>
      <pc:sldChg chg="addSp delSp modSp new">
        <pc:chgData name="Guest User" userId="" providerId="Windows Live" clId="Web-{A60A6905-341D-D2F6-8C60-38CFBF43EF84}" dt="2026-04-19T09:39:44.558" v="129" actId="1076"/>
        <pc:sldMkLst>
          <pc:docMk/>
          <pc:sldMk cId="2234180233" sldId="272"/>
        </pc:sldMkLst>
        <pc:spChg chg="add">
          <ac:chgData name="Guest User" userId="" providerId="Windows Live" clId="Web-{A60A6905-341D-D2F6-8C60-38CFBF43EF84}" dt="2026-04-19T09:30:14.082" v="1"/>
          <ac:spMkLst>
            <pc:docMk/>
            <pc:sldMk cId="2234180233" sldId="272"/>
            <ac:spMk id="3" creationId="{28599B52-A4BE-4BB0-D1B5-1B62E53C65D2}"/>
          </ac:spMkLst>
        </pc:spChg>
        <pc:spChg chg="add">
          <ac:chgData name="Guest User" userId="" providerId="Windows Live" clId="Web-{A60A6905-341D-D2F6-8C60-38CFBF43EF84}" dt="2026-04-19T09:30:14.082" v="2"/>
          <ac:spMkLst>
            <pc:docMk/>
            <pc:sldMk cId="2234180233" sldId="272"/>
            <ac:spMk id="5" creationId="{851EA96E-E192-3A1A-42FA-95C5EBC3B8B5}"/>
          </ac:spMkLst>
        </pc:spChg>
        <pc:spChg chg="add">
          <ac:chgData name="Guest User" userId="" providerId="Windows Live" clId="Web-{A60A6905-341D-D2F6-8C60-38CFBF43EF84}" dt="2026-04-19T09:30:23.394" v="3"/>
          <ac:spMkLst>
            <pc:docMk/>
            <pc:sldMk cId="2234180233" sldId="272"/>
            <ac:spMk id="7" creationId="{E785CB33-D75C-2A87-E2F2-B556D75B3101}"/>
          </ac:spMkLst>
        </pc:spChg>
        <pc:spChg chg="add mod">
          <ac:chgData name="Guest User" userId="" providerId="Windows Live" clId="Web-{A60A6905-341D-D2F6-8C60-38CFBF43EF84}" dt="2026-04-19T09:31:26.114" v="44" actId="14100"/>
          <ac:spMkLst>
            <pc:docMk/>
            <pc:sldMk cId="2234180233" sldId="272"/>
            <ac:spMk id="8" creationId="{42CDF058-1AB4-245B-A7C4-D37313FC15A6}"/>
          </ac:spMkLst>
        </pc:spChg>
        <pc:spChg chg="add del mod">
          <ac:chgData name="Guest User" userId="" providerId="Windows Live" clId="Web-{A60A6905-341D-D2F6-8C60-38CFBF43EF84}" dt="2026-04-19T09:32:25.021" v="48"/>
          <ac:spMkLst>
            <pc:docMk/>
            <pc:sldMk cId="2234180233" sldId="272"/>
            <ac:spMk id="9" creationId="{08DE9742-9216-7A55-34DA-0EACF094EC91}"/>
          </ac:spMkLst>
        </pc:spChg>
        <pc:spChg chg="add mod">
          <ac:chgData name="Guest User" userId="" providerId="Windows Live" clId="Web-{A60A6905-341D-D2F6-8C60-38CFBF43EF84}" dt="2026-04-19T09:39:44.542" v="127" actId="1076"/>
          <ac:spMkLst>
            <pc:docMk/>
            <pc:sldMk cId="2234180233" sldId="272"/>
            <ac:spMk id="10" creationId="{21515F02-9D86-5AC9-6DBC-2F5915EC40B9}"/>
          </ac:spMkLst>
        </pc:spChg>
        <pc:spChg chg="add mod">
          <ac:chgData name="Guest User" userId="" providerId="Windows Live" clId="Web-{A60A6905-341D-D2F6-8C60-38CFBF43EF84}" dt="2026-04-19T09:39:44.558" v="128" actId="1076"/>
          <ac:spMkLst>
            <pc:docMk/>
            <pc:sldMk cId="2234180233" sldId="272"/>
            <ac:spMk id="11" creationId="{422CB56D-5546-4340-7D14-E09C5E97EA59}"/>
          </ac:spMkLst>
        </pc:spChg>
        <pc:spChg chg="add mod">
          <ac:chgData name="Guest User" userId="" providerId="Windows Live" clId="Web-{A60A6905-341D-D2F6-8C60-38CFBF43EF84}" dt="2026-04-19T09:39:44.558" v="129" actId="1076"/>
          <ac:spMkLst>
            <pc:docMk/>
            <pc:sldMk cId="2234180233" sldId="272"/>
            <ac:spMk id="12" creationId="{C94EA498-996E-6B9E-A312-5361158CD8B8}"/>
          </ac:spMkLst>
        </pc:spChg>
        <pc:picChg chg="add mod">
          <ac:chgData name="Guest User" userId="" providerId="Windows Live" clId="Web-{A60A6905-341D-D2F6-8C60-38CFBF43EF84}" dt="2026-04-19T09:39:29.011" v="126" actId="1076"/>
          <ac:picMkLst>
            <pc:docMk/>
            <pc:sldMk cId="2234180233" sldId="272"/>
            <ac:picMk id="13" creationId="{44195659-8E1B-0105-E1BA-194617E3D998}"/>
          </ac:picMkLst>
        </pc:picChg>
      </pc:sldChg>
    </pc:docChg>
  </pc:docChgLst>
  <pc:docChgLst>
    <pc:chgData name="Zehra Aman" userId="6a074406e09099cd" providerId="Windows Live" clId="Web-{15086F07-32FD-44E0-A550-DADF8B5D90B1}"/>
    <pc:docChg chg="addSld delSld modSld">
      <pc:chgData name="Zehra Aman" userId="6a074406e09099cd" providerId="Windows Live" clId="Web-{15086F07-32FD-44E0-A550-DADF8B5D90B1}" dt="2026-04-09T12:43:09.641" v="220" actId="1076"/>
      <pc:docMkLst>
        <pc:docMk/>
      </pc:docMkLst>
      <pc:sldChg chg="addSp delSp modSp">
        <pc:chgData name="Zehra Aman" userId="6a074406e09099cd" providerId="Windows Live" clId="Web-{15086F07-32FD-44E0-A550-DADF8B5D90B1}" dt="2026-04-09T12:33:30.531" v="83" actId="1076"/>
        <pc:sldMkLst>
          <pc:docMk/>
          <pc:sldMk cId="0" sldId="258"/>
        </pc:sldMkLst>
        <pc:spChg chg="add mod">
          <ac:chgData name="Zehra Aman" userId="6a074406e09099cd" providerId="Windows Live" clId="Web-{15086F07-32FD-44E0-A550-DADF8B5D90B1}" dt="2026-04-09T12:33:30.531" v="83" actId="1076"/>
          <ac:spMkLst>
            <pc:docMk/>
            <pc:sldMk cId="0" sldId="258"/>
            <ac:spMk id="6" creationId="{C4E6022B-7813-0277-90AA-6183A4524824}"/>
          </ac:spMkLst>
        </pc:spChg>
      </pc:sldChg>
      <pc:sldChg chg="addSp delSp modSp">
        <pc:chgData name="Zehra Aman" userId="6a074406e09099cd" providerId="Windows Live" clId="Web-{15086F07-32FD-44E0-A550-DADF8B5D90B1}" dt="2026-04-09T12:34:40.938" v="96" actId="20577"/>
        <pc:sldMkLst>
          <pc:docMk/>
          <pc:sldMk cId="0" sldId="259"/>
        </pc:sldMkLst>
        <pc:spChg chg="add mod">
          <ac:chgData name="Zehra Aman" userId="6a074406e09099cd" providerId="Windows Live" clId="Web-{15086F07-32FD-44E0-A550-DADF8B5D90B1}" dt="2026-04-09T12:34:40.938" v="96" actId="20577"/>
          <ac:spMkLst>
            <pc:docMk/>
            <pc:sldMk cId="0" sldId="259"/>
            <ac:spMk id="6" creationId="{EE76AC24-5CB7-D860-6A01-E6D8ABD38610}"/>
          </ac:spMkLst>
        </pc:spChg>
      </pc:sldChg>
      <pc:sldChg chg="addSp delSp modSp">
        <pc:chgData name="Zehra Aman" userId="6a074406e09099cd" providerId="Windows Live" clId="Web-{15086F07-32FD-44E0-A550-DADF8B5D90B1}" dt="2026-04-09T12:35:18.394" v="102" actId="1076"/>
        <pc:sldMkLst>
          <pc:docMk/>
          <pc:sldMk cId="0" sldId="260"/>
        </pc:sldMkLst>
        <pc:spChg chg="add mod">
          <ac:chgData name="Zehra Aman" userId="6a074406e09099cd" providerId="Windows Live" clId="Web-{15086F07-32FD-44E0-A550-DADF8B5D90B1}" dt="2026-04-09T12:35:18.394" v="102" actId="1076"/>
          <ac:spMkLst>
            <pc:docMk/>
            <pc:sldMk cId="0" sldId="260"/>
            <ac:spMk id="6" creationId="{482795C3-2C32-3C9F-A9C1-7CDBF714D2BC}"/>
          </ac:spMkLst>
        </pc:spChg>
      </pc:sldChg>
      <pc:sldChg chg="addSp delSp modSp">
        <pc:chgData name="Zehra Aman" userId="6a074406e09099cd" providerId="Windows Live" clId="Web-{15086F07-32FD-44E0-A550-DADF8B5D90B1}" dt="2026-04-09T12:41:37.122" v="208" actId="1076"/>
        <pc:sldMkLst>
          <pc:docMk/>
          <pc:sldMk cId="0" sldId="262"/>
        </pc:sldMkLst>
        <pc:spChg chg="mod">
          <ac:chgData name="Zehra Aman" userId="6a074406e09099cd" providerId="Windows Live" clId="Web-{15086F07-32FD-44E0-A550-DADF8B5D90B1}" dt="2026-04-09T12:40:17.869" v="171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Zehra Aman" userId="6a074406e09099cd" providerId="Windows Live" clId="Web-{15086F07-32FD-44E0-A550-DADF8B5D90B1}" dt="2026-04-09T12:40:48.480" v="185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Zehra Aman" userId="6a074406e09099cd" providerId="Windows Live" clId="Web-{15086F07-32FD-44E0-A550-DADF8B5D90B1}" dt="2026-04-09T12:41:31.560" v="207" actId="1076"/>
          <ac:spMkLst>
            <pc:docMk/>
            <pc:sldMk cId="0" sldId="262"/>
            <ac:spMk id="20" creationId="{00000000-0000-0000-0000-000000000000}"/>
          </ac:spMkLst>
        </pc:spChg>
        <pc:spChg chg="add mod">
          <ac:chgData name="Zehra Aman" userId="6a074406e09099cd" providerId="Windows Live" clId="Web-{15086F07-32FD-44E0-A550-DADF8B5D90B1}" dt="2026-04-09T12:39:23.148" v="146" actId="1076"/>
          <ac:spMkLst>
            <pc:docMk/>
            <pc:sldMk cId="0" sldId="262"/>
            <ac:spMk id="25" creationId="{EF41F119-024F-CD76-29AC-F3A34A486A8C}"/>
          </ac:spMkLst>
        </pc:spChg>
        <pc:spChg chg="add mod">
          <ac:chgData name="Zehra Aman" userId="6a074406e09099cd" providerId="Windows Live" clId="Web-{15086F07-32FD-44E0-A550-DADF8B5D90B1}" dt="2026-04-09T12:39:23.179" v="148" actId="1076"/>
          <ac:spMkLst>
            <pc:docMk/>
            <pc:sldMk cId="0" sldId="262"/>
            <ac:spMk id="27" creationId="{4D2B694C-39E9-C962-5FE1-6D65606ED7C9}"/>
          </ac:spMkLst>
        </pc:spChg>
      </pc:sldChg>
      <pc:sldChg chg="modSp">
        <pc:chgData name="Zehra Aman" userId="6a074406e09099cd" providerId="Windows Live" clId="Web-{15086F07-32FD-44E0-A550-DADF8B5D90B1}" dt="2026-04-09T12:42:35.062" v="217" actId="1076"/>
        <pc:sldMkLst>
          <pc:docMk/>
          <pc:sldMk cId="0" sldId="264"/>
        </pc:sldMkLst>
      </pc:sldChg>
      <pc:sldChg chg="addSp modSp">
        <pc:chgData name="Zehra Aman" userId="6a074406e09099cd" providerId="Windows Live" clId="Web-{15086F07-32FD-44E0-A550-DADF8B5D90B1}" dt="2026-04-09T12:43:09.641" v="220" actId="1076"/>
        <pc:sldMkLst>
          <pc:docMk/>
          <pc:sldMk cId="0" sldId="265"/>
        </pc:sldMkLst>
        <pc:spChg chg="add mod">
          <ac:chgData name="Zehra Aman" userId="6a074406e09099cd" providerId="Windows Live" clId="Web-{15086F07-32FD-44E0-A550-DADF8B5D90B1}" dt="2026-04-09T12:43:09.641" v="220" actId="1076"/>
          <ac:spMkLst>
            <pc:docMk/>
            <pc:sldMk cId="0" sldId="265"/>
            <ac:spMk id="18" creationId="{8C7A7E74-ABB5-6664-2EA7-11C1F0D749E0}"/>
          </ac:spMkLst>
        </pc:spChg>
      </pc:sldChg>
    </pc:docChg>
  </pc:docChgLst>
  <pc:docChgLst>
    <pc:chgData name="Zehra Aman" userId="6a074406e09099cd" providerId="Windows Live" clId="Web-{0EBCAC19-57C6-41F0-B56F-E94DA8CB898E}"/>
    <pc:docChg chg="addSld delSld modSld">
      <pc:chgData name="Zehra Aman" userId="6a074406e09099cd" providerId="Windows Live" clId="Web-{0EBCAC19-57C6-41F0-B56F-E94DA8CB898E}" dt="2026-04-17T13:28:33.523" v="676" actId="20577"/>
      <pc:docMkLst>
        <pc:docMk/>
      </pc:docMkLst>
      <pc:sldChg chg="modSp">
        <pc:chgData name="Zehra Aman" userId="6a074406e09099cd" providerId="Windows Live" clId="Web-{0EBCAC19-57C6-41F0-B56F-E94DA8CB898E}" dt="2026-04-17T11:22:46.158" v="4" actId="20577"/>
        <pc:sldMkLst>
          <pc:docMk/>
          <pc:sldMk cId="0" sldId="258"/>
        </pc:sldMkLst>
        <pc:spChg chg="mod">
          <ac:chgData name="Zehra Aman" userId="6a074406e09099cd" providerId="Windows Live" clId="Web-{0EBCAC19-57C6-41F0-B56F-E94DA8CB898E}" dt="2026-04-17T11:22:22.173" v="0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Zehra Aman" userId="6a074406e09099cd" providerId="Windows Live" clId="Web-{0EBCAC19-57C6-41F0-B56F-E94DA8CB898E}" dt="2026-04-17T11:22:46.158" v="4" actId="20577"/>
          <ac:spMkLst>
            <pc:docMk/>
            <pc:sldMk cId="0" sldId="258"/>
            <ac:spMk id="6" creationId="{C4E6022B-7813-0277-90AA-6183A4524824}"/>
          </ac:spMkLst>
        </pc:spChg>
      </pc:sldChg>
      <pc:sldChg chg="addSp modSp">
        <pc:chgData name="Zehra Aman" userId="6a074406e09099cd" providerId="Windows Live" clId="Web-{0EBCAC19-57C6-41F0-B56F-E94DA8CB898E}" dt="2026-04-17T12:53:20.996" v="443" actId="20577"/>
        <pc:sldMkLst>
          <pc:docMk/>
          <pc:sldMk cId="0" sldId="259"/>
        </pc:sldMkLst>
        <pc:spChg chg="mod">
          <ac:chgData name="Zehra Aman" userId="6a074406e09099cd" providerId="Windows Live" clId="Web-{0EBCAC19-57C6-41F0-B56F-E94DA8CB898E}" dt="2026-04-17T12:53:20.996" v="443" actId="20577"/>
          <ac:spMkLst>
            <pc:docMk/>
            <pc:sldMk cId="0" sldId="259"/>
            <ac:spMk id="6" creationId="{EE76AC24-5CB7-D860-6A01-E6D8ABD38610}"/>
          </ac:spMkLst>
        </pc:spChg>
      </pc:sldChg>
      <pc:sldChg chg="addSp modSp">
        <pc:chgData name="Zehra Aman" userId="6a074406e09099cd" providerId="Windows Live" clId="Web-{0EBCAC19-57C6-41F0-B56F-E94DA8CB898E}" dt="2026-04-17T12:49:45.011" v="407" actId="1076"/>
        <pc:sldMkLst>
          <pc:docMk/>
          <pc:sldMk cId="0" sldId="260"/>
        </pc:sldMkLst>
        <pc:spChg chg="mod">
          <ac:chgData name="Zehra Aman" userId="6a074406e09099cd" providerId="Windows Live" clId="Web-{0EBCAC19-57C6-41F0-B56F-E94DA8CB898E}" dt="2026-04-17T12:45:18.917" v="394" actId="20577"/>
          <ac:spMkLst>
            <pc:docMk/>
            <pc:sldMk cId="0" sldId="260"/>
            <ac:spMk id="6" creationId="{482795C3-2C32-3C9F-A9C1-7CDBF714D2BC}"/>
          </ac:spMkLst>
        </pc:spChg>
        <pc:picChg chg="add mod ord modCrop">
          <ac:chgData name="Zehra Aman" userId="6a074406e09099cd" providerId="Windows Live" clId="Web-{0EBCAC19-57C6-41F0-B56F-E94DA8CB898E}" dt="2026-04-17T12:49:45.011" v="407" actId="1076"/>
          <ac:picMkLst>
            <pc:docMk/>
            <pc:sldMk cId="0" sldId="260"/>
            <ac:picMk id="7" creationId="{89383E7F-6630-6772-F152-45AED5040887}"/>
          </ac:picMkLst>
        </pc:picChg>
      </pc:sldChg>
      <pc:sldChg chg="modSp">
        <pc:chgData name="Zehra Aman" userId="6a074406e09099cd" providerId="Windows Live" clId="Web-{0EBCAC19-57C6-41F0-B56F-E94DA8CB898E}" dt="2026-04-17T13:01:24.510" v="446" actId="20577"/>
        <pc:sldMkLst>
          <pc:docMk/>
          <pc:sldMk cId="0" sldId="262"/>
        </pc:sldMkLst>
        <pc:spChg chg="mod">
          <ac:chgData name="Zehra Aman" userId="6a074406e09099cd" providerId="Windows Live" clId="Web-{0EBCAC19-57C6-41F0-B56F-E94DA8CB898E}" dt="2026-04-17T13:01:24.510" v="446" actId="20577"/>
          <ac:spMkLst>
            <pc:docMk/>
            <pc:sldMk cId="0" sldId="262"/>
            <ac:spMk id="4" creationId="{00000000-0000-0000-0000-000000000000}"/>
          </ac:spMkLst>
        </pc:spChg>
      </pc:sldChg>
      <pc:sldChg chg="modSp">
        <pc:chgData name="Zehra Aman" userId="6a074406e09099cd" providerId="Windows Live" clId="Web-{0EBCAC19-57C6-41F0-B56F-E94DA8CB898E}" dt="2026-04-17T13:20:36.686" v="663" actId="1076"/>
        <pc:sldMkLst>
          <pc:docMk/>
          <pc:sldMk cId="0" sldId="264"/>
        </pc:sldMkLst>
        <pc:spChg chg="mod">
          <ac:chgData name="Zehra Aman" userId="6a074406e09099cd" providerId="Windows Live" clId="Web-{0EBCAC19-57C6-41F0-B56F-E94DA8CB898E}" dt="2026-04-17T13:01:36.667" v="447" actId="20577"/>
          <ac:spMkLst>
            <pc:docMk/>
            <pc:sldMk cId="0" sldId="264"/>
            <ac:spMk id="4" creationId="{00000000-0000-0000-0000-000000000000}"/>
          </ac:spMkLst>
        </pc:spChg>
      </pc:sldChg>
      <pc:sldChg chg="addSp delSp modSp new">
        <pc:chgData name="Zehra Aman" userId="6a074406e09099cd" providerId="Windows Live" clId="Web-{0EBCAC19-57C6-41F0-B56F-E94DA8CB898E}" dt="2026-04-17T13:28:33.523" v="676" actId="20577"/>
        <pc:sldMkLst>
          <pc:docMk/>
          <pc:sldMk cId="1291146624" sldId="268"/>
        </pc:sldMkLst>
        <pc:spChg chg="add">
          <ac:chgData name="Zehra Aman" userId="6a074406e09099cd" providerId="Windows Live" clId="Web-{0EBCAC19-57C6-41F0-B56F-E94DA8CB898E}" dt="2026-04-17T11:24:21.003" v="15"/>
          <ac:spMkLst>
            <pc:docMk/>
            <pc:sldMk cId="1291146624" sldId="268"/>
            <ac:spMk id="3" creationId="{5A9BAD96-1F0E-8435-38AF-E6BE6E33E9AE}"/>
          </ac:spMkLst>
        </pc:spChg>
        <pc:spChg chg="add">
          <ac:chgData name="Zehra Aman" userId="6a074406e09099cd" providerId="Windows Live" clId="Web-{0EBCAC19-57C6-41F0-B56F-E94DA8CB898E}" dt="2026-04-17T11:24:21.019" v="16"/>
          <ac:spMkLst>
            <pc:docMk/>
            <pc:sldMk cId="1291146624" sldId="268"/>
            <ac:spMk id="5" creationId="{7E15FA40-311C-52D2-5EBD-AB0B08E5705F}"/>
          </ac:spMkLst>
        </pc:spChg>
        <pc:spChg chg="add">
          <ac:chgData name="Zehra Aman" userId="6a074406e09099cd" providerId="Windows Live" clId="Web-{0EBCAC19-57C6-41F0-B56F-E94DA8CB898E}" dt="2026-04-17T11:24:34.535" v="17"/>
          <ac:spMkLst>
            <pc:docMk/>
            <pc:sldMk cId="1291146624" sldId="268"/>
            <ac:spMk id="7" creationId="{34C2E3A4-9829-92BA-8CD2-F9DFD948972B}"/>
          </ac:spMkLst>
        </pc:spChg>
        <pc:spChg chg="add mod">
          <ac:chgData name="Zehra Aman" userId="6a074406e09099cd" providerId="Windows Live" clId="Web-{0EBCAC19-57C6-41F0-B56F-E94DA8CB898E}" dt="2026-04-17T11:25:57.744" v="42" actId="20577"/>
          <ac:spMkLst>
            <pc:docMk/>
            <pc:sldMk cId="1291146624" sldId="268"/>
            <ac:spMk id="8" creationId="{0C11C17F-B526-0791-2156-E8C278B2BE54}"/>
          </ac:spMkLst>
        </pc:spChg>
        <pc:spChg chg="add mod">
          <ac:chgData name="Zehra Aman" userId="6a074406e09099cd" providerId="Windows Live" clId="Web-{0EBCAC19-57C6-41F0-B56F-E94DA8CB898E}" dt="2026-04-17T13:28:33.523" v="676" actId="20577"/>
          <ac:spMkLst>
            <pc:docMk/>
            <pc:sldMk cId="1291146624" sldId="268"/>
            <ac:spMk id="9" creationId="{AEB0585D-1692-05FE-D0EC-78A4FDFB84BE}"/>
          </ac:spMkLst>
        </pc:spChg>
        <pc:spChg chg="add mod">
          <ac:chgData name="Zehra Aman" userId="6a074406e09099cd" providerId="Windows Live" clId="Web-{0EBCAC19-57C6-41F0-B56F-E94DA8CB898E}" dt="2026-04-17T11:38:40.915" v="181" actId="1076"/>
          <ac:spMkLst>
            <pc:docMk/>
            <pc:sldMk cId="1291146624" sldId="268"/>
            <ac:spMk id="17" creationId="{BF5D1046-AF07-1580-BC4A-81E02EEE9A6C}"/>
          </ac:spMkLst>
        </pc:spChg>
        <pc:spChg chg="add mod">
          <ac:chgData name="Zehra Aman" userId="6a074406e09099cd" providerId="Windows Live" clId="Web-{0EBCAC19-57C6-41F0-B56F-E94DA8CB898E}" dt="2026-04-17T11:41:26.292" v="247" actId="14100"/>
          <ac:spMkLst>
            <pc:docMk/>
            <pc:sldMk cId="1291146624" sldId="268"/>
            <ac:spMk id="18" creationId="{C1476687-E60B-96F9-F5A8-96A10847A8FC}"/>
          </ac:spMkLst>
        </pc:spChg>
        <pc:spChg chg="add mod">
          <ac:chgData name="Zehra Aman" userId="6a074406e09099cd" providerId="Windows Live" clId="Web-{0EBCAC19-57C6-41F0-B56F-E94DA8CB898E}" dt="2026-04-17T11:41:30.917" v="248" actId="14100"/>
          <ac:spMkLst>
            <pc:docMk/>
            <pc:sldMk cId="1291146624" sldId="268"/>
            <ac:spMk id="19" creationId="{0DFC6764-4ECB-976B-9929-C8EFCC5FBA18}"/>
          </ac:spMkLst>
        </pc:spChg>
        <pc:spChg chg="add mod">
          <ac:chgData name="Zehra Aman" userId="6a074406e09099cd" providerId="Windows Live" clId="Web-{0EBCAC19-57C6-41F0-B56F-E94DA8CB898E}" dt="2026-04-17T11:40:21.901" v="228" actId="20577"/>
          <ac:spMkLst>
            <pc:docMk/>
            <pc:sldMk cId="1291146624" sldId="268"/>
            <ac:spMk id="20" creationId="{EAD46AEA-976A-86F3-5C5F-6021F47490AA}"/>
          </ac:spMkLst>
        </pc:spChg>
        <pc:spChg chg="add mod">
          <ac:chgData name="Zehra Aman" userId="6a074406e09099cd" providerId="Windows Live" clId="Web-{0EBCAC19-57C6-41F0-B56F-E94DA8CB898E}" dt="2026-04-17T11:41:46.058" v="249" actId="14100"/>
          <ac:spMkLst>
            <pc:docMk/>
            <pc:sldMk cId="1291146624" sldId="268"/>
            <ac:spMk id="21" creationId="{37B1C242-45BB-1F42-2632-6486FDB8A81A}"/>
          </ac:spMkLst>
        </pc:spChg>
        <pc:spChg chg="add mod">
          <ac:chgData name="Zehra Aman" userId="6a074406e09099cd" providerId="Windows Live" clId="Web-{0EBCAC19-57C6-41F0-B56F-E94DA8CB898E}" dt="2026-04-17T11:42:17.747" v="263" actId="20577"/>
          <ac:spMkLst>
            <pc:docMk/>
            <pc:sldMk cId="1291146624" sldId="268"/>
            <ac:spMk id="22" creationId="{8D355FA2-F462-3370-22B4-2EBE4EED856C}"/>
          </ac:spMkLst>
        </pc:spChg>
        <pc:spChg chg="add mod">
          <ac:chgData name="Zehra Aman" userId="6a074406e09099cd" providerId="Windows Live" clId="Web-{0EBCAC19-57C6-41F0-B56F-E94DA8CB898E}" dt="2026-04-17T11:43:53.068" v="313" actId="1076"/>
          <ac:spMkLst>
            <pc:docMk/>
            <pc:sldMk cId="1291146624" sldId="268"/>
            <ac:spMk id="23" creationId="{9672A61F-4610-02FB-0AB3-77C3A82C12BC}"/>
          </ac:spMkLst>
        </pc:spChg>
        <pc:picChg chg="add mod">
          <ac:chgData name="Zehra Aman" userId="6a074406e09099cd" providerId="Windows Live" clId="Web-{0EBCAC19-57C6-41F0-B56F-E94DA8CB898E}" dt="2026-04-17T11:34:06.472" v="130" actId="1076"/>
          <ac:picMkLst>
            <pc:docMk/>
            <pc:sldMk cId="1291146624" sldId="268"/>
            <ac:picMk id="12" creationId="{2DBFBACA-B022-949C-71A8-80D1D0ADEB4B}"/>
          </ac:picMkLst>
        </pc:picChg>
      </pc:sldChg>
      <pc:sldChg chg="modSp add">
        <pc:chgData name="Zehra Aman" userId="6a074406e09099cd" providerId="Windows Live" clId="Web-{0EBCAC19-57C6-41F0-B56F-E94DA8CB898E}" dt="2026-04-17T12:42:17.541" v="342" actId="20577"/>
        <pc:sldMkLst>
          <pc:docMk/>
          <pc:sldMk cId="121223606" sldId="269"/>
        </pc:sldMkLst>
        <pc:spChg chg="mod">
          <ac:chgData name="Zehra Aman" userId="6a074406e09099cd" providerId="Windows Live" clId="Web-{0EBCAC19-57C6-41F0-B56F-E94DA8CB898E}" dt="2026-04-17T12:41:00.867" v="319" actId="20577"/>
          <ac:spMkLst>
            <pc:docMk/>
            <pc:sldMk cId="121223606" sldId="269"/>
            <ac:spMk id="27" creationId="{56CE2B4C-42F3-6C3D-A2AC-C0C414252A53}"/>
          </ac:spMkLst>
        </pc:spChg>
        <pc:spChg chg="mod">
          <ac:chgData name="Zehra Aman" userId="6a074406e09099cd" providerId="Windows Live" clId="Web-{0EBCAC19-57C6-41F0-B56F-E94DA8CB898E}" dt="2026-04-17T12:41:50.947" v="327" actId="20577"/>
          <ac:spMkLst>
            <pc:docMk/>
            <pc:sldMk cId="121223606" sldId="269"/>
            <ac:spMk id="42" creationId="{2E9FAC26-1E84-D690-0FD4-B1A364AF40DE}"/>
          </ac:spMkLst>
        </pc:spChg>
        <pc:spChg chg="mod">
          <ac:chgData name="Zehra Aman" userId="6a074406e09099cd" providerId="Windows Live" clId="Web-{0EBCAC19-57C6-41F0-B56F-E94DA8CB898E}" dt="2026-04-17T12:42:17.541" v="342" actId="20577"/>
          <ac:spMkLst>
            <pc:docMk/>
            <pc:sldMk cId="121223606" sldId="269"/>
            <ac:spMk id="43" creationId="{B84F91E2-C42E-10B3-A03A-88AA58AF1258}"/>
          </ac:spMkLst>
        </pc:spChg>
        <pc:spChg chg="mod">
          <ac:chgData name="Zehra Aman" userId="6a074406e09099cd" providerId="Windows Live" clId="Web-{0EBCAC19-57C6-41F0-B56F-E94DA8CB898E}" dt="2026-04-17T12:41:12.305" v="322" actId="20577"/>
          <ac:spMkLst>
            <pc:docMk/>
            <pc:sldMk cId="121223606" sldId="269"/>
            <ac:spMk id="68" creationId="{A541DFB6-306C-CD3E-24BD-6D7131F87B73}"/>
          </ac:spMkLst>
        </pc:spChg>
      </pc:sldChg>
      <pc:sldChg chg="addSp delSp modSp new">
        <pc:chgData name="Zehra Aman" userId="6a074406e09099cd" providerId="Windows Live" clId="Web-{0EBCAC19-57C6-41F0-B56F-E94DA8CB898E}" dt="2026-04-17T13:19:41.529" v="662" actId="1076"/>
        <pc:sldMkLst>
          <pc:docMk/>
          <pc:sldMk cId="277316779" sldId="270"/>
        </pc:sldMkLst>
        <pc:spChg chg="add">
          <ac:chgData name="Zehra Aman" userId="6a074406e09099cd" providerId="Windows Live" clId="Web-{0EBCAC19-57C6-41F0-B56F-E94DA8CB898E}" dt="2026-04-17T13:03:57.950" v="459"/>
          <ac:spMkLst>
            <pc:docMk/>
            <pc:sldMk cId="277316779" sldId="270"/>
            <ac:spMk id="3" creationId="{D858946E-6F91-6280-4AA2-82117D29B951}"/>
          </ac:spMkLst>
        </pc:spChg>
        <pc:spChg chg="add">
          <ac:chgData name="Zehra Aman" userId="6a074406e09099cd" providerId="Windows Live" clId="Web-{0EBCAC19-57C6-41F0-B56F-E94DA8CB898E}" dt="2026-04-17T13:03:57.950" v="460"/>
          <ac:spMkLst>
            <pc:docMk/>
            <pc:sldMk cId="277316779" sldId="270"/>
            <ac:spMk id="5" creationId="{B18BA5E3-0EB3-DCBF-BFBE-9AF6317DA73D}"/>
          </ac:spMkLst>
        </pc:spChg>
        <pc:spChg chg="add mod">
          <ac:chgData name="Zehra Aman" userId="6a074406e09099cd" providerId="Windows Live" clId="Web-{0EBCAC19-57C6-41F0-B56F-E94DA8CB898E}" dt="2026-04-17T13:19:02.075" v="657" actId="1076"/>
          <ac:spMkLst>
            <pc:docMk/>
            <pc:sldMk cId="277316779" sldId="270"/>
            <ac:spMk id="7" creationId="{67AA139F-77A9-A82D-728D-5F4148322C05}"/>
          </ac:spMkLst>
        </pc:spChg>
        <pc:spChg chg="add mod">
          <ac:chgData name="Zehra Aman" userId="6a074406e09099cd" providerId="Windows Live" clId="Web-{0EBCAC19-57C6-41F0-B56F-E94DA8CB898E}" dt="2026-04-17T13:05:53.795" v="500" actId="20577"/>
          <ac:spMkLst>
            <pc:docMk/>
            <pc:sldMk cId="277316779" sldId="270"/>
            <ac:spMk id="8" creationId="{930A0E06-2508-6660-62B3-F475602F9179}"/>
          </ac:spMkLst>
        </pc:spChg>
        <pc:spChg chg="add mod">
          <ac:chgData name="Zehra Aman" userId="6a074406e09099cd" providerId="Windows Live" clId="Web-{0EBCAC19-57C6-41F0-B56F-E94DA8CB898E}" dt="2026-04-17T13:06:28.185" v="511" actId="20577"/>
          <ac:spMkLst>
            <pc:docMk/>
            <pc:sldMk cId="277316779" sldId="270"/>
            <ac:spMk id="9" creationId="{A8951964-1864-F28E-55E5-26952591C01B}"/>
          </ac:spMkLst>
        </pc:spChg>
        <pc:spChg chg="add mod">
          <ac:chgData name="Zehra Aman" userId="6a074406e09099cd" providerId="Windows Live" clId="Web-{0EBCAC19-57C6-41F0-B56F-E94DA8CB898E}" dt="2026-04-17T13:07:19.460" v="521" actId="20577"/>
          <ac:spMkLst>
            <pc:docMk/>
            <pc:sldMk cId="277316779" sldId="270"/>
            <ac:spMk id="10" creationId="{D7664D10-FC5F-3872-7212-1C01477FEC4D}"/>
          </ac:spMkLst>
        </pc:spChg>
        <pc:spChg chg="add mod">
          <ac:chgData name="Zehra Aman" userId="6a074406e09099cd" providerId="Windows Live" clId="Web-{0EBCAC19-57C6-41F0-B56F-E94DA8CB898E}" dt="2026-04-17T13:08:41.519" v="540" actId="14100"/>
          <ac:spMkLst>
            <pc:docMk/>
            <pc:sldMk cId="277316779" sldId="270"/>
            <ac:spMk id="11" creationId="{CD30DDF6-4580-C212-D318-0AE275CADCD0}"/>
          </ac:spMkLst>
        </pc:spChg>
        <pc:spChg chg="add mod">
          <ac:chgData name="Zehra Aman" userId="6a074406e09099cd" providerId="Windows Live" clId="Web-{0EBCAC19-57C6-41F0-B56F-E94DA8CB898E}" dt="2026-04-17T13:09:21.835" v="559" actId="14100"/>
          <ac:spMkLst>
            <pc:docMk/>
            <pc:sldMk cId="277316779" sldId="270"/>
            <ac:spMk id="12" creationId="{9D78EBC4-EA58-1D82-65A6-6DBEA5C8DF5A}"/>
          </ac:spMkLst>
        </pc:spChg>
        <pc:spChg chg="add mod">
          <ac:chgData name="Zehra Aman" userId="6a074406e09099cd" providerId="Windows Live" clId="Web-{0EBCAC19-57C6-41F0-B56F-E94DA8CB898E}" dt="2026-04-17T13:09:55.994" v="566" actId="20577"/>
          <ac:spMkLst>
            <pc:docMk/>
            <pc:sldMk cId="277316779" sldId="270"/>
            <ac:spMk id="13" creationId="{219B674F-5EE8-3A17-8328-4A2D18605AE1}"/>
          </ac:spMkLst>
        </pc:spChg>
        <pc:spChg chg="add mod">
          <ac:chgData name="Zehra Aman" userId="6a074406e09099cd" providerId="Windows Live" clId="Web-{0EBCAC19-57C6-41F0-B56F-E94DA8CB898E}" dt="2026-04-17T13:10:41.996" v="597" actId="14100"/>
          <ac:spMkLst>
            <pc:docMk/>
            <pc:sldMk cId="277316779" sldId="270"/>
            <ac:spMk id="14" creationId="{DAED6C42-6D4A-E3EA-A134-4C3DFE30642D}"/>
          </ac:spMkLst>
        </pc:spChg>
        <pc:picChg chg="add mod">
          <ac:chgData name="Zehra Aman" userId="6a074406e09099cd" providerId="Windows Live" clId="Web-{0EBCAC19-57C6-41F0-B56F-E94DA8CB898E}" dt="2026-04-17T13:16:59.571" v="642" actId="1076"/>
          <ac:picMkLst>
            <pc:docMk/>
            <pc:sldMk cId="277316779" sldId="270"/>
            <ac:picMk id="25" creationId="{AB6A5A57-DAF4-6EAF-4C41-32B0CDD7F4A0}"/>
          </ac:picMkLst>
        </pc:picChg>
        <pc:picChg chg="add mod ord">
          <ac:chgData name="Zehra Aman" userId="6a074406e09099cd" providerId="Windows Live" clId="Web-{0EBCAC19-57C6-41F0-B56F-E94DA8CB898E}" dt="2026-04-17T13:17:34.760" v="651"/>
          <ac:picMkLst>
            <pc:docMk/>
            <pc:sldMk cId="277316779" sldId="270"/>
            <ac:picMk id="27" creationId="{E9C0E84C-3BC9-47D6-294B-CECE2E073E2D}"/>
          </ac:picMkLst>
        </pc:picChg>
        <pc:picChg chg="add mod ord">
          <ac:chgData name="Zehra Aman" userId="6a074406e09099cd" providerId="Windows Live" clId="Web-{0EBCAC19-57C6-41F0-B56F-E94DA8CB898E}" dt="2026-04-17T13:19:41.529" v="662" actId="1076"/>
          <ac:picMkLst>
            <pc:docMk/>
            <pc:sldMk cId="277316779" sldId="270"/>
            <ac:picMk id="28" creationId="{52392953-A9B2-847F-77B2-1FDDCEAB43FA}"/>
          </ac:picMkLst>
        </pc:picChg>
      </pc:sldChg>
      <pc:sldMasterChg chg="addSldLayout">
        <pc:chgData name="Zehra Aman" userId="6a074406e09099cd" providerId="Windows Live" clId="Web-{0EBCAC19-57C6-41F0-B56F-E94DA8CB898E}" dt="2026-04-17T12:40:17.740" v="314"/>
        <pc:sldMasterMkLst>
          <pc:docMk/>
          <pc:sldMasterMk cId="0" sldId="2147483648"/>
        </pc:sldMasterMkLst>
        <pc:sldLayoutChg chg="add">
          <pc:chgData name="Zehra Aman" userId="6a074406e09099cd" providerId="Windows Live" clId="Web-{0EBCAC19-57C6-41F0-B56F-E94DA8CB898E}" dt="2026-04-17T12:40:17.740" v="314"/>
          <pc:sldLayoutMkLst>
            <pc:docMk/>
            <pc:sldMasterMk cId="0" sldId="2147483648"/>
            <pc:sldLayoutMk cId="3620533158" sldId="2147483650"/>
          </pc:sldLayoutMkLst>
        </pc:sldLayoutChg>
      </pc:sldMasterChg>
    </pc:docChg>
  </pc:docChgLst>
  <pc:docChgLst>
    <pc:chgData name="Zehra Aman" userId="6a074406e09099cd" providerId="Windows Live" clId="Web-{82FB7018-07B2-4392-855B-30717549C32F}"/>
    <pc:docChg chg="delSld modSld">
      <pc:chgData name="Zehra Aman" userId="6a074406e09099cd" providerId="Windows Live" clId="Web-{82FB7018-07B2-4392-855B-30717549C32F}" dt="2026-04-19T08:59:15.546" v="185"/>
      <pc:docMkLst>
        <pc:docMk/>
      </pc:docMkLst>
      <pc:sldChg chg="del">
        <pc:chgData name="Zehra Aman" userId="6a074406e09099cd" providerId="Windows Live" clId="Web-{82FB7018-07B2-4392-855B-30717549C32F}" dt="2026-04-19T08:59:15.546" v="185"/>
        <pc:sldMkLst>
          <pc:docMk/>
          <pc:sldMk cId="0" sldId="257"/>
        </pc:sldMkLst>
      </pc:sldChg>
      <pc:sldChg chg="modSp">
        <pc:chgData name="Zehra Aman" userId="6a074406e09099cd" providerId="Windows Live" clId="Web-{82FB7018-07B2-4392-855B-30717549C32F}" dt="2026-04-19T07:19:58.131" v="1" actId="20577"/>
        <pc:sldMkLst>
          <pc:docMk/>
          <pc:sldMk cId="0" sldId="259"/>
        </pc:sldMkLst>
        <pc:spChg chg="mod">
          <ac:chgData name="Zehra Aman" userId="6a074406e09099cd" providerId="Windows Live" clId="Web-{82FB7018-07B2-4392-855B-30717549C32F}" dt="2026-04-19T07:19:58.131" v="1" actId="20577"/>
          <ac:spMkLst>
            <pc:docMk/>
            <pc:sldMk cId="0" sldId="259"/>
            <ac:spMk id="11" creationId="{B3F34CB2-F490-E197-A31D-1AA48D40E7D3}"/>
          </ac:spMkLst>
        </pc:spChg>
      </pc:sldChg>
      <pc:sldChg chg="addSp delSp modSp">
        <pc:chgData name="Zehra Aman" userId="6a074406e09099cd" providerId="Windows Live" clId="Web-{82FB7018-07B2-4392-855B-30717549C32F}" dt="2026-04-19T08:55:37.151" v="161" actId="14100"/>
        <pc:sldMkLst>
          <pc:docMk/>
          <pc:sldMk cId="0" sldId="264"/>
        </pc:sldMkLst>
        <pc:spChg chg="add mod">
          <ac:chgData name="Zehra Aman" userId="6a074406e09099cd" providerId="Windows Live" clId="Web-{82FB7018-07B2-4392-855B-30717549C32F}" dt="2026-04-19T08:55:37.151" v="161" actId="14100"/>
          <ac:spMkLst>
            <pc:docMk/>
            <pc:sldMk cId="0" sldId="264"/>
            <ac:spMk id="6" creationId="{B3B5B512-8B44-5E5C-B12C-02204DC9B105}"/>
          </ac:spMkLst>
        </pc:spChg>
        <pc:spChg chg="add mod">
          <ac:chgData name="Zehra Aman" userId="6a074406e09099cd" providerId="Windows Live" clId="Web-{82FB7018-07B2-4392-855B-30717549C32F}" dt="2026-04-19T08:55:37.151" v="160" actId="14100"/>
          <ac:spMkLst>
            <pc:docMk/>
            <pc:sldMk cId="0" sldId="264"/>
            <ac:spMk id="9" creationId="{E5DC17AE-7D9D-661E-A42E-A66F6B30931C}"/>
          </ac:spMkLst>
        </pc:spChg>
        <pc:spChg chg="add mod">
          <ac:chgData name="Zehra Aman" userId="6a074406e09099cd" providerId="Windows Live" clId="Web-{82FB7018-07B2-4392-855B-30717549C32F}" dt="2026-04-19T08:55:37.151" v="159" actId="14100"/>
          <ac:spMkLst>
            <pc:docMk/>
            <pc:sldMk cId="0" sldId="264"/>
            <ac:spMk id="10" creationId="{316428E3-B2BD-800C-A14F-F4AEFFD502B5}"/>
          </ac:spMkLst>
        </pc:spChg>
        <pc:spChg chg="add mod">
          <ac:chgData name="Zehra Aman" userId="6a074406e09099cd" providerId="Windows Live" clId="Web-{82FB7018-07B2-4392-855B-30717549C32F}" dt="2026-04-19T08:55:37.151" v="158" actId="14100"/>
          <ac:spMkLst>
            <pc:docMk/>
            <pc:sldMk cId="0" sldId="264"/>
            <ac:spMk id="11" creationId="{75CB3A7C-B970-AAC8-64F7-667C87F6DB71}"/>
          </ac:spMkLst>
        </pc:spChg>
        <pc:spChg chg="del mod">
          <ac:chgData name="Zehra Aman" userId="6a074406e09099cd" providerId="Windows Live" clId="Web-{82FB7018-07B2-4392-855B-30717549C32F}" dt="2026-04-19T08:52:25.756" v="143"/>
          <ac:spMkLst>
            <pc:docMk/>
            <pc:sldMk cId="0" sldId="264"/>
            <ac:spMk id="14" creationId="{00000000-0000-0000-0000-000000000000}"/>
          </ac:spMkLst>
        </pc:spChg>
        <pc:picChg chg="add del mod">
          <ac:chgData name="Zehra Aman" userId="6a074406e09099cd" providerId="Windows Live" clId="Web-{82FB7018-07B2-4392-855B-30717549C32F}" dt="2026-04-19T08:47:07.867" v="70"/>
          <ac:picMkLst>
            <pc:docMk/>
            <pc:sldMk cId="0" sldId="264"/>
            <ac:picMk id="7" creationId="{66AA2C3D-CB77-B640-B336-B2CEEA46E05C}"/>
          </ac:picMkLst>
        </pc:picChg>
        <pc:picChg chg="add del mod">
          <ac:chgData name="Zehra Aman" userId="6a074406e09099cd" providerId="Windows Live" clId="Web-{82FB7018-07B2-4392-855B-30717549C32F}" dt="2026-04-19T08:47:16.368" v="73"/>
          <ac:picMkLst>
            <pc:docMk/>
            <pc:sldMk cId="0" sldId="264"/>
            <ac:picMk id="8" creationId="{7A92CAAE-B031-9C87-3B54-5C582622D43C}"/>
          </ac:picMkLst>
        </pc:picChg>
        <pc:picChg chg="add mod">
          <ac:chgData name="Zehra Aman" userId="6a074406e09099cd" providerId="Windows Live" clId="Web-{82FB7018-07B2-4392-855B-30717549C32F}" dt="2026-04-19T08:55:15.713" v="153" actId="1076"/>
          <ac:picMkLst>
            <pc:docMk/>
            <pc:sldMk cId="0" sldId="264"/>
            <ac:picMk id="12" creationId="{055A7105-62C5-97E6-38C7-ED2F7D24D7F1}"/>
          </ac:picMkLst>
        </pc:picChg>
        <pc:picChg chg="del">
          <ac:chgData name="Zehra Aman" userId="6a074406e09099cd" providerId="Windows Live" clId="Web-{82FB7018-07B2-4392-855B-30717549C32F}" dt="2026-04-19T08:55:00.963" v="150"/>
          <ac:picMkLst>
            <pc:docMk/>
            <pc:sldMk cId="0" sldId="264"/>
            <ac:picMk id="20" creationId="{E80E0A31-3662-9D53-B5AC-0C557B32F478}"/>
          </ac:picMkLst>
        </pc:picChg>
      </pc:sldChg>
      <pc:sldChg chg="delSp modSp">
        <pc:chgData name="Zehra Aman" userId="6a074406e09099cd" providerId="Windows Live" clId="Web-{82FB7018-07B2-4392-855B-30717549C32F}" dt="2026-04-19T08:57:59.029" v="184" actId="20577"/>
        <pc:sldMkLst>
          <pc:docMk/>
          <pc:sldMk cId="0" sldId="265"/>
        </pc:sldMkLst>
        <pc:spChg chg="del mod">
          <ac:chgData name="Zehra Aman" userId="6a074406e09099cd" providerId="Windows Live" clId="Web-{82FB7018-07B2-4392-855B-30717549C32F}" dt="2026-04-19T08:56:46.684" v="167"/>
          <ac:spMkLst>
            <pc:docMk/>
            <pc:sldMk cId="0" sldId="265"/>
            <ac:spMk id="14" creationId="{00000000-0000-0000-0000-000000000000}"/>
          </ac:spMkLst>
        </pc:spChg>
        <pc:spChg chg="mod">
          <ac:chgData name="Zehra Aman" userId="6a074406e09099cd" providerId="Windows Live" clId="Web-{82FB7018-07B2-4392-855B-30717549C32F}" dt="2026-04-19T08:57:59.029" v="184" actId="20577"/>
          <ac:spMkLst>
            <pc:docMk/>
            <pc:sldMk cId="0" sldId="265"/>
            <ac:spMk id="18" creationId="{8C7A7E74-ABB5-6664-2EA7-11C1F0D749E0}"/>
          </ac:spMkLst>
        </pc:spChg>
        <pc:picChg chg="mod">
          <ac:chgData name="Zehra Aman" userId="6a074406e09099cd" providerId="Windows Live" clId="Web-{82FB7018-07B2-4392-855B-30717549C32F}" dt="2026-04-19T08:56:14.027" v="165" actId="1076"/>
          <ac:picMkLst>
            <pc:docMk/>
            <pc:sldMk cId="0" sldId="265"/>
            <ac:picMk id="19" creationId="{CC88191E-471A-616D-78DC-B0562795AB72}"/>
          </ac:picMkLst>
        </pc:picChg>
      </pc:sldChg>
    </pc:docChg>
  </pc:docChgLst>
  <pc:docChgLst>
    <pc:chgData name="Guest User" providerId="Windows Live" clId="Web-{3B58FB99-0B3D-E8D3-4002-C08B3D89F438}"/>
    <pc:docChg chg="modSld">
      <pc:chgData name="Guest User" userId="" providerId="Windows Live" clId="Web-{3B58FB99-0B3D-E8D3-4002-C08B3D89F438}" dt="2026-04-19T10:43:43.822" v="0" actId="1076"/>
      <pc:docMkLst>
        <pc:docMk/>
      </pc:docMkLst>
      <pc:sldChg chg="modSp">
        <pc:chgData name="Guest User" userId="" providerId="Windows Live" clId="Web-{3B58FB99-0B3D-E8D3-4002-C08B3D89F438}" dt="2026-04-19T10:43:43.822" v="0" actId="1076"/>
        <pc:sldMkLst>
          <pc:docMk/>
          <pc:sldMk cId="277316779" sldId="270"/>
        </pc:sldMkLst>
        <pc:cxnChg chg="mod">
          <ac:chgData name="Guest User" userId="" providerId="Windows Live" clId="Web-{3B58FB99-0B3D-E8D3-4002-C08B3D89F438}" dt="2026-04-19T10:43:43.822" v="0" actId="1076"/>
          <ac:cxnSpMkLst>
            <pc:docMk/>
            <pc:sldMk cId="277316779" sldId="270"/>
            <ac:cxnSpMk id="15" creationId="{F35E49A7-4A17-CF64-D6F5-8A795E0F4668}"/>
          </ac:cxnSpMkLst>
        </pc:cxnChg>
      </pc:sldChg>
    </pc:docChg>
  </pc:docChgLst>
  <pc:docChgLst>
    <pc:chgData name="Zehra Aman" userId="6a074406e09099cd" providerId="Windows Live" clId="Web-{D152B038-EA4F-4316-9788-FC11DB6B27D9}"/>
    <pc:docChg chg="addSld delSld modSld">
      <pc:chgData name="Zehra Aman" userId="6a074406e09099cd" providerId="Windows Live" clId="Web-{D152B038-EA4F-4316-9788-FC11DB6B27D9}" dt="2026-04-16T13:08:58.663" v="18"/>
      <pc:docMkLst>
        <pc:docMk/>
      </pc:docMkLst>
      <pc:sldChg chg="modSp">
        <pc:chgData name="Zehra Aman" userId="6a074406e09099cd" providerId="Windows Live" clId="Web-{D152B038-EA4F-4316-9788-FC11DB6B27D9}" dt="2026-04-16T13:01:50.292" v="7" actId="20577"/>
        <pc:sldMkLst>
          <pc:docMk/>
          <pc:sldMk cId="0" sldId="259"/>
        </pc:sldMkLst>
        <pc:spChg chg="mod">
          <ac:chgData name="Zehra Aman" userId="6a074406e09099cd" providerId="Windows Live" clId="Web-{D152B038-EA4F-4316-9788-FC11DB6B27D9}" dt="2026-04-16T13:01:50.292" v="7" actId="20577"/>
          <ac:spMkLst>
            <pc:docMk/>
            <pc:sldMk cId="0" sldId="259"/>
            <ac:spMk id="4" creationId="{00000000-0000-0000-0000-000000000000}"/>
          </ac:spMkLst>
        </pc:spChg>
        <pc:spChg chg="mod">
          <ac:chgData name="Zehra Aman" userId="6a074406e09099cd" providerId="Windows Live" clId="Web-{D152B038-EA4F-4316-9788-FC11DB6B27D9}" dt="2026-04-16T13:01:30.698" v="5" actId="20577"/>
          <ac:spMkLst>
            <pc:docMk/>
            <pc:sldMk cId="0" sldId="259"/>
            <ac:spMk id="6" creationId="{EE76AC24-5CB7-D860-6A01-E6D8ABD38610}"/>
          </ac:spMkLst>
        </pc:spChg>
      </pc:sldChg>
      <pc:sldChg chg="modSp">
        <pc:chgData name="Zehra Aman" userId="6a074406e09099cd" providerId="Windows Live" clId="Web-{D152B038-EA4F-4316-9788-FC11DB6B27D9}" dt="2026-04-16T13:02:06.355" v="8" actId="20577"/>
        <pc:sldMkLst>
          <pc:docMk/>
          <pc:sldMk cId="0" sldId="260"/>
        </pc:sldMkLst>
        <pc:spChg chg="mod">
          <ac:chgData name="Zehra Aman" userId="6a074406e09099cd" providerId="Windows Live" clId="Web-{D152B038-EA4F-4316-9788-FC11DB6B27D9}" dt="2026-04-16T13:02:06.355" v="8" actId="20577"/>
          <ac:spMkLst>
            <pc:docMk/>
            <pc:sldMk cId="0" sldId="260"/>
            <ac:spMk id="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3620533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7.jpeg"/><Relationship Id="rId4" Type="http://schemas.openxmlformats.org/officeDocument/2006/relationships/image" Target="../media/image1.sv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e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9007" y="2928677"/>
            <a:ext cx="4276134" cy="431080"/>
            <a:chOff x="0" y="2985846"/>
            <a:chExt cx="4276134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6725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2302781" y="4344678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2302779" y="4471625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>
                <a:solidFill>
                  <a:srgbClr val="0D358D"/>
                </a:solidFill>
                <a:latin typeface="Arial"/>
                <a:ea typeface="Aileron Bold"/>
                <a:cs typeface="Arial"/>
              </a:rPr>
              <a:t>Zehra Aman</a:t>
            </a:r>
            <a:endParaRPr lang="en-US" sz="1200" b="1" dirty="0">
              <a:solidFill>
                <a:srgbClr val="0D358D"/>
              </a:solidFill>
              <a:latin typeface="Arial" panose="020B0604020202020204" pitchFamily="34" charset="0"/>
              <a:ea typeface="Aileron Bold"/>
              <a:cs typeface="Arial" panose="020B0604020202020204" pitchFamily="34" charset="0"/>
            </a:endParaRP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57" t="2453" r="27842" b="53701"/>
          <a:stretch>
            <a:fillRect/>
          </a:stretch>
        </p:blipFill>
        <p:spPr>
          <a:xfrm>
            <a:off x="1879018" y="4336133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3924234" y="4279537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3945013" y="4413410"/>
            <a:ext cx="2272871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>
                <a:solidFill>
                  <a:srgbClr val="0D358D"/>
                </a:solidFill>
                <a:latin typeface="Arial"/>
                <a:ea typeface="Aileron Bold"/>
                <a:cs typeface="Arial"/>
              </a:rPr>
              <a:t>Zehraaman45@gmail.com</a:t>
            </a:r>
            <a:endParaRPr lang="en-US" sz="1200" b="1" dirty="0">
              <a:solidFill>
                <a:srgbClr val="0D358D"/>
              </a:solidFill>
              <a:latin typeface="Arial" panose="020B0604020202020204" pitchFamily="34" charset="0"/>
              <a:ea typeface="Aileron Bold"/>
              <a:cs typeface="Arial" panose="020B0604020202020204" pitchFamily="34" charset="0"/>
            </a:endParaRP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859" t="52379" r="26874" b="2349"/>
          <a:stretch>
            <a:fillRect/>
          </a:stretch>
        </p:blipFill>
        <p:spPr>
          <a:xfrm>
            <a:off x="3523298" y="4318413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860459" y="4337076"/>
            <a:ext cx="2272871" cy="389019"/>
            <a:chOff x="3139699" y="4295282"/>
            <a:chExt cx="2272871" cy="38901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9699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>
                  <a:solidFill>
                    <a:srgbClr val="0D358D"/>
                  </a:solidFill>
                  <a:latin typeface="Arial"/>
                  <a:ea typeface="Aileron Bold"/>
                  <a:cs typeface="Arial"/>
                </a:rPr>
                <a:t>Uma</a:t>
              </a:r>
              <a:endPara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</a:endParaRP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6CE2B4C-42F3-6C3D-A2AC-C0C414252A53}"/>
              </a:ext>
            </a:extLst>
          </p:cNvPr>
          <p:cNvSpPr txBox="1"/>
          <p:nvPr/>
        </p:nvSpPr>
        <p:spPr>
          <a:xfrm>
            <a:off x="-211898" y="3462539"/>
            <a:ext cx="5447162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400"/>
              </a:spcBef>
              <a:spcAft>
                <a:spcPts val="400"/>
              </a:spcAft>
            </a:pPr>
            <a:r>
              <a:rPr lang="en-US" sz="2000" b="1" dirty="0">
                <a:solidFill>
                  <a:srgbClr val="1B3A8A"/>
                </a:solidFill>
                <a:latin typeface="Calibri"/>
                <a:ea typeface="Calibri"/>
                <a:cs typeface="Calibri"/>
              </a:rPr>
              <a:t>Bricks and Bytes: </a:t>
            </a:r>
            <a:r>
              <a:rPr lang="en-US" sz="2000" b="1">
                <a:solidFill>
                  <a:srgbClr val="1B3A8A"/>
                </a:solidFill>
                <a:latin typeface="Calibri"/>
                <a:ea typeface="Calibri"/>
                <a:cs typeface="Calibri"/>
              </a:rPr>
              <a:t>Real Estate</a:t>
            </a:r>
            <a:r>
              <a:rPr lang="en-US" sz="2000" b="1" dirty="0">
                <a:solidFill>
                  <a:srgbClr val="1B3A8A"/>
                </a:solidFill>
                <a:latin typeface="Calibri"/>
                <a:ea typeface="Calibri"/>
                <a:cs typeface="Calibri"/>
              </a:rPr>
              <a:t> Reimagined</a:t>
            </a:r>
            <a:endParaRPr lang="en-US" sz="2000" dirty="0"/>
          </a:p>
        </p:txBody>
      </p:sp>
      <p:pic>
        <p:nvPicPr>
          <p:cNvPr id="26" name="Picture 25" descr="A blue arrow pointing up to a city&#10;&#10;AI-generated content may be incorrect.">
            <a:extLst>
              <a:ext uri="{FF2B5EF4-FFF2-40B4-BE49-F238E27FC236}">
                <a16:creationId xmlns:a16="http://schemas.microsoft.com/office/drawing/2014/main" id="{25C8BA13-1E4C-A344-2F78-C6D979FC2C1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1999" y="656686"/>
            <a:ext cx="5240548" cy="280574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E179621-2700-4CE2-ABC7-24FEEE8B0C32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F552803-B4BC-F2FF-CFD1-3731F5B1A94E}"/>
              </a:ext>
            </a:extLst>
          </p:cNvPr>
          <p:cNvSpPr/>
          <p:nvPr/>
        </p:nvSpPr>
        <p:spPr>
          <a:xfrm>
            <a:off x="7772400" y="4572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edunet</a:t>
            </a:r>
            <a:endParaRPr lang="en-US" sz="800"/>
          </a:p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80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527227A-01D1-AB2D-4491-C055FD61544E}"/>
              </a:ext>
            </a:extLst>
          </p:cNvPr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DE964C-BEE0-64DB-05E7-3F999E0A0F1D}"/>
              </a:ext>
            </a:extLst>
          </p:cNvPr>
          <p:cNvSpPr txBox="1"/>
          <p:nvPr/>
        </p:nvSpPr>
        <p:spPr>
          <a:xfrm>
            <a:off x="-457606" y="772782"/>
            <a:ext cx="274371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800" b="1">
                <a:solidFill>
                  <a:schemeClr val="accent1">
                    <a:lumMod val="76000"/>
                  </a:schemeClr>
                </a:solidFill>
                <a:ea typeface="Calibri"/>
                <a:cs typeface="Calibri"/>
              </a:rPr>
              <a:t>Outline</a:t>
            </a: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EE57EA42-6BA6-15A4-65F3-3217981B6DEB}"/>
              </a:ext>
            </a:extLst>
          </p:cNvPr>
          <p:cNvSpPr/>
          <p:nvPr/>
        </p:nvSpPr>
        <p:spPr>
          <a:xfrm>
            <a:off x="140852" y="2993183"/>
            <a:ext cx="1493109" cy="172415"/>
          </a:xfrm>
          <a:prstGeom prst="chevron">
            <a:avLst/>
          </a:prstGeom>
          <a:solidFill>
            <a:srgbClr val="FFEF4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D84A1C42-E7CC-8DE4-7519-DC9A3CA4357F}"/>
              </a:ext>
            </a:extLst>
          </p:cNvPr>
          <p:cNvSpPr/>
          <p:nvPr/>
        </p:nvSpPr>
        <p:spPr>
          <a:xfrm>
            <a:off x="1553427" y="2993183"/>
            <a:ext cx="1493109" cy="172415"/>
          </a:xfrm>
          <a:prstGeom prst="chevron">
            <a:avLst/>
          </a:prstGeom>
          <a:solidFill>
            <a:srgbClr val="FFF56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ACF940FF-4EAB-F0B9-B4B6-0B3C353A3F71}"/>
              </a:ext>
            </a:extLst>
          </p:cNvPr>
          <p:cNvSpPr/>
          <p:nvPr/>
        </p:nvSpPr>
        <p:spPr>
          <a:xfrm>
            <a:off x="2944436" y="2993182"/>
            <a:ext cx="1493109" cy="172415"/>
          </a:xfrm>
          <a:prstGeom prst="chevron">
            <a:avLst/>
          </a:prstGeom>
          <a:solidFill>
            <a:srgbClr val="FFF78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E1AEDE39-5CD6-7DE5-8A1E-4638AB0EF7B2}"/>
              </a:ext>
            </a:extLst>
          </p:cNvPr>
          <p:cNvSpPr/>
          <p:nvPr/>
        </p:nvSpPr>
        <p:spPr>
          <a:xfrm>
            <a:off x="4357011" y="2993182"/>
            <a:ext cx="1493109" cy="172415"/>
          </a:xfrm>
          <a:prstGeom prst="chevron">
            <a:avLst/>
          </a:prstGeom>
          <a:solidFill>
            <a:srgbClr val="FFFAA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5FF9AD11-1193-A8EA-1AB9-4B3A60147A6F}"/>
              </a:ext>
            </a:extLst>
          </p:cNvPr>
          <p:cNvSpPr/>
          <p:nvPr/>
        </p:nvSpPr>
        <p:spPr>
          <a:xfrm>
            <a:off x="5780369" y="2993182"/>
            <a:ext cx="1493109" cy="172415"/>
          </a:xfrm>
          <a:prstGeom prst="chevron">
            <a:avLst/>
          </a:prstGeom>
          <a:solidFill>
            <a:srgbClr val="FFFCC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2F5921A3-BCBA-2957-F02A-5AFEC8ABB163}"/>
              </a:ext>
            </a:extLst>
          </p:cNvPr>
          <p:cNvSpPr/>
          <p:nvPr/>
        </p:nvSpPr>
        <p:spPr>
          <a:xfrm>
            <a:off x="7203727" y="2993182"/>
            <a:ext cx="1493109" cy="172415"/>
          </a:xfrm>
          <a:prstGeom prst="chevron">
            <a:avLst/>
          </a:prstGeom>
          <a:solidFill>
            <a:srgbClr val="FFFE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3E4603F-FBF5-3B1C-41AE-37D1F5982E13}"/>
              </a:ext>
            </a:extLst>
          </p:cNvPr>
          <p:cNvCxnSpPr/>
          <p:nvPr/>
        </p:nvCxnSpPr>
        <p:spPr>
          <a:xfrm>
            <a:off x="1345741" y="2435836"/>
            <a:ext cx="421323" cy="557234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03C1F79B-B3EE-ED91-0BE9-E6290BCE93E5}"/>
              </a:ext>
            </a:extLst>
          </p:cNvPr>
          <p:cNvCxnSpPr>
            <a:cxnSpLocks/>
          </p:cNvCxnSpPr>
          <p:nvPr/>
        </p:nvCxnSpPr>
        <p:spPr>
          <a:xfrm>
            <a:off x="4160109" y="2435836"/>
            <a:ext cx="421323" cy="557234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A6E93885-57A0-E1C2-FB5F-375BAC29F1F3}"/>
              </a:ext>
            </a:extLst>
          </p:cNvPr>
          <p:cNvCxnSpPr>
            <a:cxnSpLocks/>
          </p:cNvCxnSpPr>
          <p:nvPr/>
        </p:nvCxnSpPr>
        <p:spPr>
          <a:xfrm>
            <a:off x="2736750" y="3169081"/>
            <a:ext cx="421323" cy="557234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64367F5-42B1-FCC9-4A58-B966F993270E}"/>
              </a:ext>
            </a:extLst>
          </p:cNvPr>
          <p:cNvCxnSpPr>
            <a:cxnSpLocks/>
          </p:cNvCxnSpPr>
          <p:nvPr/>
        </p:nvCxnSpPr>
        <p:spPr>
          <a:xfrm>
            <a:off x="6996041" y="2435835"/>
            <a:ext cx="421323" cy="557234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A8A385DD-FA68-5D1F-283B-45BD0C031DA3}"/>
              </a:ext>
            </a:extLst>
          </p:cNvPr>
          <p:cNvCxnSpPr>
            <a:cxnSpLocks/>
          </p:cNvCxnSpPr>
          <p:nvPr/>
        </p:nvCxnSpPr>
        <p:spPr>
          <a:xfrm>
            <a:off x="5572684" y="3169081"/>
            <a:ext cx="421323" cy="557234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E3D3E66-6AD0-423A-4E37-1BB4CAEC0EED}"/>
              </a:ext>
            </a:extLst>
          </p:cNvPr>
          <p:cNvCxnSpPr>
            <a:cxnSpLocks/>
          </p:cNvCxnSpPr>
          <p:nvPr/>
        </p:nvCxnSpPr>
        <p:spPr>
          <a:xfrm>
            <a:off x="8397834" y="3169081"/>
            <a:ext cx="421323" cy="557234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C0FADA5-CEB9-06F6-B5CF-C42899F843A9}"/>
              </a:ext>
            </a:extLst>
          </p:cNvPr>
          <p:cNvSpPr/>
          <p:nvPr/>
        </p:nvSpPr>
        <p:spPr>
          <a:xfrm>
            <a:off x="140066" y="1801324"/>
            <a:ext cx="1929933" cy="6387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ea typeface="Calibri"/>
                <a:cs typeface="Calibri"/>
              </a:rPr>
              <a:t>Abstract</a:t>
            </a:r>
            <a:endParaRPr lang="en-US" sz="2000" b="1">
              <a:solidFill>
                <a:schemeClr val="tx1"/>
              </a:solidFill>
            </a:endParaRPr>
          </a:p>
        </p:txBody>
      </p:sp>
      <p:sp>
        <p:nvSpPr>
          <p:cNvPr id="27" name="Oval 25">
            <a:extLst>
              <a:ext uri="{FF2B5EF4-FFF2-40B4-BE49-F238E27FC236}">
                <a16:creationId xmlns:a16="http://schemas.microsoft.com/office/drawing/2014/main" id="{6E68D423-DD8D-DD2F-69FF-E6673B246D8B}"/>
              </a:ext>
            </a:extLst>
          </p:cNvPr>
          <p:cNvSpPr/>
          <p:nvPr/>
        </p:nvSpPr>
        <p:spPr>
          <a:xfrm>
            <a:off x="2091792" y="3731484"/>
            <a:ext cx="1929933" cy="6387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ea typeface="Calibri"/>
                <a:cs typeface="Calibri"/>
              </a:rPr>
              <a:t>Problem </a:t>
            </a:r>
            <a:r>
              <a:rPr lang="en-US" sz="2000" b="1">
                <a:solidFill>
                  <a:schemeClr val="tx1"/>
                </a:solidFill>
                <a:ea typeface="Calibri"/>
                <a:cs typeface="Calibri"/>
              </a:rPr>
              <a:t>Statement</a:t>
            </a:r>
            <a:endParaRPr lang="en-US" sz="2000" b="1">
              <a:solidFill>
                <a:schemeClr val="tx1"/>
              </a:solidFill>
            </a:endParaRPr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2B158E46-67FD-7DD8-004E-31E5F838111F}"/>
              </a:ext>
            </a:extLst>
          </p:cNvPr>
          <p:cNvSpPr/>
          <p:nvPr/>
        </p:nvSpPr>
        <p:spPr>
          <a:xfrm>
            <a:off x="3407320" y="1801324"/>
            <a:ext cx="1929933" cy="6387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ea typeface="Calibri"/>
                <a:cs typeface="Calibri"/>
              </a:rPr>
              <a:t>Proposed Solution</a:t>
            </a:r>
            <a:endParaRPr lang="en-US" sz="2000" b="1">
              <a:solidFill>
                <a:schemeClr val="tx1"/>
              </a:solidFill>
            </a:endParaRPr>
          </a:p>
        </p:txBody>
      </p:sp>
      <p:sp>
        <p:nvSpPr>
          <p:cNvPr id="29" name="Oval 25">
            <a:extLst>
              <a:ext uri="{FF2B5EF4-FFF2-40B4-BE49-F238E27FC236}">
                <a16:creationId xmlns:a16="http://schemas.microsoft.com/office/drawing/2014/main" id="{67F1A3C7-1437-72FE-5B1D-7608EC5C9E32}"/>
              </a:ext>
            </a:extLst>
          </p:cNvPr>
          <p:cNvSpPr/>
          <p:nvPr/>
        </p:nvSpPr>
        <p:spPr>
          <a:xfrm>
            <a:off x="4819896" y="3720701"/>
            <a:ext cx="1929933" cy="6387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ea typeface="Calibri"/>
                <a:cs typeface="Calibri"/>
              </a:rPr>
              <a:t>System </a:t>
            </a:r>
            <a:r>
              <a:rPr lang="en-US" sz="2000" b="1">
                <a:solidFill>
                  <a:schemeClr val="tx1"/>
                </a:solidFill>
                <a:ea typeface="Calibri"/>
                <a:cs typeface="Calibri"/>
              </a:rPr>
              <a:t>Architecture</a:t>
            </a:r>
            <a:endParaRPr lang="en-US" sz="2000" b="1" dirty="0">
              <a:solidFill>
                <a:schemeClr val="tx1"/>
              </a:solidFill>
              <a:ea typeface="Calibri"/>
              <a:cs typeface="Calibri"/>
            </a:endParaRPr>
          </a:p>
        </p:txBody>
      </p:sp>
      <p:sp>
        <p:nvSpPr>
          <p:cNvPr id="30" name="Oval 25">
            <a:extLst>
              <a:ext uri="{FF2B5EF4-FFF2-40B4-BE49-F238E27FC236}">
                <a16:creationId xmlns:a16="http://schemas.microsoft.com/office/drawing/2014/main" id="{0F52F2C6-B8E9-57B0-5912-9D9372565EF7}"/>
              </a:ext>
            </a:extLst>
          </p:cNvPr>
          <p:cNvSpPr/>
          <p:nvPr/>
        </p:nvSpPr>
        <p:spPr>
          <a:xfrm>
            <a:off x="6243253" y="1801324"/>
            <a:ext cx="1929933" cy="6387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ea typeface="Calibri"/>
                <a:cs typeface="Calibri"/>
              </a:rPr>
              <a:t>Conclusion</a:t>
            </a:r>
          </a:p>
        </p:txBody>
      </p:sp>
      <p:sp>
        <p:nvSpPr>
          <p:cNvPr id="31" name="Oval 25">
            <a:extLst>
              <a:ext uri="{FF2B5EF4-FFF2-40B4-BE49-F238E27FC236}">
                <a16:creationId xmlns:a16="http://schemas.microsoft.com/office/drawing/2014/main" id="{161FC033-0221-5F3C-8041-B2DDB3B14510}"/>
              </a:ext>
            </a:extLst>
          </p:cNvPr>
          <p:cNvSpPr/>
          <p:nvPr/>
        </p:nvSpPr>
        <p:spPr>
          <a:xfrm>
            <a:off x="7202943" y="3720701"/>
            <a:ext cx="1929933" cy="6387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ea typeface="Calibri"/>
                <a:cs typeface="Calibri"/>
              </a:rPr>
              <a:t>Future Scope</a:t>
            </a:r>
            <a:endParaRPr lang="en-US" sz="2000" b="1" dirty="0">
              <a:solidFill>
                <a:schemeClr val="tx1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70571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572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edunet</a:t>
            </a:r>
            <a:endParaRPr lang="en-US" sz="800"/>
          </a:p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80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B3A8A"/>
                </a:solidFill>
                <a:latin typeface="Calibri"/>
                <a:ea typeface="Calibri"/>
                <a:cs typeface="Calibri"/>
              </a:rPr>
              <a:t>Abstract</a:t>
            </a:r>
            <a:endParaRPr lang="en-US" sz="2800">
              <a:latin typeface="Calibri"/>
              <a:ea typeface="Calibri"/>
              <a:cs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E6022B-7813-0277-90AA-6183A4524824}"/>
              </a:ext>
            </a:extLst>
          </p:cNvPr>
          <p:cNvSpPr txBox="1"/>
          <p:nvPr/>
        </p:nvSpPr>
        <p:spPr>
          <a:xfrm>
            <a:off x="323491" y="1288571"/>
            <a:ext cx="5876745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Analyzed 1,000 property records from Kolkata, across 5 city zones.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Wingdings"/>
              <a:buChar char="Ø"/>
            </a:pPr>
            <a:r>
              <a:rPr lang="en-US">
                <a:ea typeface="Calibri" panose="020F0502020204030204"/>
                <a:cs typeface="Calibri" panose="020F0502020204030204"/>
              </a:rPr>
              <a:t>Three main phases of the project:</a:t>
            </a:r>
          </a:p>
          <a:p>
            <a:pPr algn="ctr"/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D1D5FD4-8CE8-0457-E9FC-2B06085FE687}"/>
              </a:ext>
            </a:extLst>
          </p:cNvPr>
          <p:cNvSpPr/>
          <p:nvPr/>
        </p:nvSpPr>
        <p:spPr>
          <a:xfrm>
            <a:off x="362577" y="2234103"/>
            <a:ext cx="2301384" cy="120050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>
                <a:solidFill>
                  <a:schemeClr val="tx1"/>
                </a:solidFill>
                <a:ea typeface="Calibri"/>
                <a:cs typeface="Calibri"/>
              </a:rPr>
              <a:t>Data </a:t>
            </a:r>
          </a:p>
          <a:p>
            <a:r>
              <a:rPr lang="en-US">
                <a:solidFill>
                  <a:schemeClr val="tx1"/>
                </a:solidFill>
                <a:ea typeface="Calibri"/>
                <a:cs typeface="Calibri"/>
              </a:rPr>
              <a:t>Cleaning</a:t>
            </a:r>
          </a:p>
          <a:p>
            <a:r>
              <a:rPr lang="en-US">
                <a:solidFill>
                  <a:schemeClr val="tx1"/>
                </a:solidFill>
                <a:ea typeface="Calibri"/>
                <a:cs typeface="Calibri"/>
              </a:rPr>
              <a:t>using</a:t>
            </a:r>
            <a:r>
              <a:rPr lang="en-US">
                <a:ea typeface="Calibri"/>
                <a:cs typeface="Calibri"/>
              </a:rPr>
              <a:t> </a:t>
            </a:r>
          </a:p>
          <a:p>
            <a:pPr algn="ctr"/>
            <a:endParaRPr lang="en-US" dirty="0">
              <a:ea typeface="Calibri"/>
              <a:cs typeface="Calibri"/>
            </a:endParaRPr>
          </a:p>
        </p:txBody>
      </p:sp>
      <p:pic>
        <p:nvPicPr>
          <p:cNvPr id="11" name="Picture 10" descr="A green and white logo&#10;&#10;AI-generated content may be incorrect.">
            <a:extLst>
              <a:ext uri="{FF2B5EF4-FFF2-40B4-BE49-F238E27FC236}">
                <a16:creationId xmlns:a16="http://schemas.microsoft.com/office/drawing/2014/main" id="{789B6350-EC9C-F61F-65E8-3D1C86347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082" y="2344588"/>
            <a:ext cx="885647" cy="1004260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E9ECB04-EDB2-E0B1-EE44-C86E0B9F70AB}"/>
              </a:ext>
            </a:extLst>
          </p:cNvPr>
          <p:cNvSpPr/>
          <p:nvPr/>
        </p:nvSpPr>
        <p:spPr>
          <a:xfrm>
            <a:off x="373360" y="3571197"/>
            <a:ext cx="2301384" cy="120050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>
                <a:solidFill>
                  <a:schemeClr val="tx1"/>
                </a:solidFill>
                <a:ea typeface="Calibri"/>
                <a:cs typeface="Calibri"/>
              </a:rPr>
              <a:t>Creating</a:t>
            </a:r>
            <a:endParaRPr lang="en-US" dirty="0">
              <a:solidFill>
                <a:schemeClr val="tx1"/>
              </a:solidFill>
              <a:ea typeface="Calibri"/>
              <a:cs typeface="Calibri"/>
            </a:endParaRPr>
          </a:p>
          <a:p>
            <a:r>
              <a:rPr lang="en-US">
                <a:solidFill>
                  <a:schemeClr val="tx1"/>
                </a:solidFill>
                <a:ea typeface="Calibri"/>
                <a:cs typeface="Calibri"/>
              </a:rPr>
              <a:t>Visualizations</a:t>
            </a:r>
            <a:endParaRPr lang="en-US" dirty="0">
              <a:solidFill>
                <a:schemeClr val="tx1"/>
              </a:solidFill>
              <a:ea typeface="Calibri"/>
              <a:cs typeface="Calibri"/>
            </a:endParaRPr>
          </a:p>
          <a:p>
            <a:r>
              <a:rPr lang="en-US">
                <a:solidFill>
                  <a:schemeClr val="tx1"/>
                </a:solidFill>
                <a:ea typeface="Calibri"/>
                <a:cs typeface="Calibri"/>
              </a:rPr>
              <a:t>Using</a:t>
            </a:r>
            <a:endParaRPr lang="en-US" dirty="0">
              <a:solidFill>
                <a:schemeClr val="tx1"/>
              </a:solidFill>
              <a:ea typeface="Calibri"/>
              <a:cs typeface="Calibri"/>
            </a:endParaRPr>
          </a:p>
          <a:p>
            <a:pPr algn="ctr"/>
            <a:endParaRPr lang="en-US" dirty="0">
              <a:ea typeface="Calibri"/>
              <a:cs typeface="Calibri"/>
            </a:endParaRPr>
          </a:p>
        </p:txBody>
      </p:sp>
      <p:pic>
        <p:nvPicPr>
          <p:cNvPr id="9" name="Picture 8" descr="A yellow rectangular objects with black background&#10;&#10;AI-generated content may be incorrect.">
            <a:extLst>
              <a:ext uri="{FF2B5EF4-FFF2-40B4-BE49-F238E27FC236}">
                <a16:creationId xmlns:a16="http://schemas.microsoft.com/office/drawing/2014/main" id="{4AF53F9F-0312-B654-9357-C6F01BCC31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0495" y="3644659"/>
            <a:ext cx="1067520" cy="1078303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CDC8B6D-1A8D-AC72-01AD-0A64BB30BBA7}"/>
              </a:ext>
            </a:extLst>
          </p:cNvPr>
          <p:cNvSpPr/>
          <p:nvPr/>
        </p:nvSpPr>
        <p:spPr>
          <a:xfrm>
            <a:off x="2831888" y="2978130"/>
            <a:ext cx="2301384" cy="120050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>
                <a:solidFill>
                  <a:schemeClr val="tx1"/>
                </a:solidFill>
                <a:ea typeface="Calibri"/>
                <a:cs typeface="Calibri"/>
              </a:rPr>
              <a:t>AI Property </a:t>
            </a:r>
            <a:endParaRPr lang="en-US"/>
          </a:p>
          <a:p>
            <a:r>
              <a:rPr lang="en-US">
                <a:solidFill>
                  <a:schemeClr val="tx1"/>
                </a:solidFill>
                <a:ea typeface="Calibri"/>
                <a:cs typeface="Calibri"/>
              </a:rPr>
              <a:t>Agent</a:t>
            </a:r>
            <a:endParaRPr lang="en-US" dirty="0">
              <a:solidFill>
                <a:schemeClr val="tx1"/>
              </a:solidFill>
              <a:ea typeface="Calibri"/>
              <a:cs typeface="Calibri"/>
            </a:endParaRPr>
          </a:p>
          <a:p>
            <a:r>
              <a:rPr lang="en-US">
                <a:solidFill>
                  <a:schemeClr val="tx1"/>
                </a:solidFill>
                <a:ea typeface="Calibri"/>
                <a:cs typeface="Calibri"/>
              </a:rPr>
              <a:t>Creation</a:t>
            </a:r>
            <a:endParaRPr lang="en-US" dirty="0">
              <a:solidFill>
                <a:schemeClr val="tx1"/>
              </a:solidFill>
              <a:ea typeface="Calibri"/>
              <a:cs typeface="Calibri"/>
            </a:endParaRPr>
          </a:p>
          <a:p>
            <a:pPr algn="ctr"/>
            <a:endParaRPr lang="en-US" dirty="0">
              <a:ea typeface="Calibri"/>
              <a:cs typeface="Calibri"/>
            </a:endParaRPr>
          </a:p>
        </p:txBody>
      </p:sp>
      <p:pic>
        <p:nvPicPr>
          <p:cNvPr id="14" name="Graphic 13" descr="Microsoft Copilot Studio">
            <a:extLst>
              <a:ext uri="{FF2B5EF4-FFF2-40B4-BE49-F238E27FC236}">
                <a16:creationId xmlns:a16="http://schemas.microsoft.com/office/drawing/2014/main" id="{0BFF5563-D064-D0BC-7878-D1A406B36F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85404" y="3166254"/>
            <a:ext cx="914400" cy="8382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6801246-5D11-2E7B-785F-D57AD9ADF018}"/>
              </a:ext>
            </a:extLst>
          </p:cNvPr>
          <p:cNvSpPr txBox="1"/>
          <p:nvPr/>
        </p:nvSpPr>
        <p:spPr>
          <a:xfrm>
            <a:off x="5390834" y="1882866"/>
            <a:ext cx="339978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en-US" dirty="0">
                <a:ea typeface="Calibri"/>
                <a:cs typeface="Calibri"/>
              </a:rPr>
              <a:t>Useful for:</a:t>
            </a:r>
            <a:br>
              <a:rPr lang="en-US" dirty="0">
                <a:ea typeface="Calibri"/>
                <a:cs typeface="Calibri"/>
              </a:rPr>
            </a:br>
            <a:r>
              <a:rPr lang="en-US" dirty="0">
                <a:ea typeface="Calibri"/>
                <a:cs typeface="Calibri"/>
              </a:rPr>
              <a:t>Buyer, Agents, and </a:t>
            </a:r>
            <a:r>
              <a:rPr lang="en-US">
                <a:ea typeface="Calibri"/>
                <a:cs typeface="Calibri"/>
              </a:rPr>
              <a:t>Investors.</a:t>
            </a:r>
            <a:endParaRPr lang="en-US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  <p:pic>
        <p:nvPicPr>
          <p:cNvPr id="8" name="Picture 7" descr="A family buying a house&#10;&#10;AI-generated content may be incorrect.">
            <a:extLst>
              <a:ext uri="{FF2B5EF4-FFF2-40B4-BE49-F238E27FC236}">
                <a16:creationId xmlns:a16="http://schemas.microsoft.com/office/drawing/2014/main" id="{F2114F11-A63E-0304-DAD6-CA50DB70E2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7490" y="2574805"/>
            <a:ext cx="3769745" cy="2398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572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edunet</a:t>
            </a:r>
            <a:endParaRPr lang="en-US" sz="800"/>
          </a:p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80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B3A8A"/>
                </a:solidFill>
                <a:latin typeface="Calibri"/>
                <a:ea typeface="Calibri"/>
                <a:cs typeface="Calibri"/>
              </a:rPr>
              <a:t>Problem Statement</a:t>
            </a:r>
            <a:endParaRPr lang="en-US" sz="2800">
              <a:latin typeface="Calibri"/>
              <a:ea typeface="Calibri"/>
              <a:cs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319334" y="1287678"/>
            <a:ext cx="4374723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/>
              <a:buChar char="•"/>
              <a:tabLst>
                <a:tab pos="4229100" algn="ctr"/>
              </a:tabLst>
            </a:pPr>
            <a:r>
              <a:rPr lang="en-US">
                <a:latin typeface="Calibri"/>
                <a:ea typeface="+mn-lt"/>
                <a:cs typeface="Calibri"/>
              </a:rPr>
              <a:t>Unstructured and inaccessible data</a:t>
            </a:r>
            <a:r>
              <a:rPr lang="en-US">
                <a:effectLst/>
                <a:latin typeface="Calibri"/>
                <a:ea typeface="+mn-lt"/>
                <a:cs typeface="Calibri"/>
              </a:rPr>
              <a:t>.</a:t>
            </a:r>
            <a:r>
              <a:rPr lang="en-US" dirty="0">
                <a:latin typeface="Calibri"/>
                <a:ea typeface="+mn-lt"/>
                <a:cs typeface="Calibri"/>
              </a:rPr>
              <a:t> </a:t>
            </a:r>
            <a:endParaRPr lang="en-US">
              <a:latin typeface="Calibri"/>
              <a:ea typeface="+mn-lt"/>
              <a:cs typeface="Calibri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  <p:pic>
        <p:nvPicPr>
          <p:cNvPr id="8" name="Picture 7" descr="A cartoon of a person with a beard and mustache&#10;&#10;AI-generated content may be incorrect.">
            <a:extLst>
              <a:ext uri="{FF2B5EF4-FFF2-40B4-BE49-F238E27FC236}">
                <a16:creationId xmlns:a16="http://schemas.microsoft.com/office/drawing/2014/main" id="{23EA21D5-E1A0-DE5A-03FE-85667060B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829" y="839727"/>
            <a:ext cx="3476625" cy="35718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9C7AAA-31DB-B228-E7A9-2A406F9E1C03}"/>
              </a:ext>
            </a:extLst>
          </p:cNvPr>
          <p:cNvSpPr txBox="1"/>
          <p:nvPr/>
        </p:nvSpPr>
        <p:spPr>
          <a:xfrm>
            <a:off x="312708" y="3380476"/>
            <a:ext cx="45720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,Sans-Serif"/>
              <a:buChar char="•"/>
            </a:pPr>
            <a:r>
              <a:rPr lang="en-US" sz="1800" b="0" i="0" u="none" strike="noStrike" baseline="0" dirty="0">
                <a:solidFill>
                  <a:srgbClr val="000000"/>
                </a:solidFill>
                <a:latin typeface="Calibri"/>
                <a:ea typeface="Arial"/>
                <a:cs typeface="Arial"/>
              </a:rPr>
              <a:t>No </a:t>
            </a:r>
            <a:r>
              <a:rPr lang="en-US" dirty="0">
                <a:solidFill>
                  <a:srgbClr val="000000"/>
                </a:solidFill>
                <a:latin typeface="Calibri"/>
                <a:ea typeface="Arial"/>
                <a:cs typeface="Arial"/>
              </a:rPr>
              <a:t>unified platform for </a:t>
            </a:r>
            <a:r>
              <a:rPr lang="en-US" sz="1800" i="0" u="none" strike="noStrike" baseline="0" dirty="0">
                <a:solidFill>
                  <a:srgbClr val="000000"/>
                </a:solidFill>
                <a:latin typeface="Calibri"/>
                <a:ea typeface="Arial"/>
                <a:cs typeface="Arial"/>
              </a:rPr>
              <a:t>data analysis, </a:t>
            </a:r>
            <a:r>
              <a:rPr lang="en-US" dirty="0">
                <a:solidFill>
                  <a:srgbClr val="000000"/>
                </a:solidFill>
                <a:latin typeface="Calibri"/>
                <a:ea typeface="Arial"/>
                <a:cs typeface="Arial"/>
              </a:rPr>
              <a:t>visual </a:t>
            </a:r>
            <a:r>
              <a:rPr lang="en-US">
                <a:solidFill>
                  <a:srgbClr val="000000"/>
                </a:solidFill>
                <a:latin typeface="Calibri"/>
                <a:ea typeface="Arial"/>
                <a:cs typeface="Arial"/>
              </a:rPr>
              <a:t>dashboards</a:t>
            </a:r>
            <a:r>
              <a:rPr lang="en-US" sz="1800" i="0" u="none" strike="noStrike" baseline="0">
                <a:solidFill>
                  <a:srgbClr val="000000"/>
                </a:solidFill>
                <a:latin typeface="Calibri"/>
                <a:ea typeface="Arial"/>
                <a:cs typeface="Arial"/>
              </a:rPr>
              <a:t>, and conversational AI</a:t>
            </a:r>
            <a:r>
              <a:rPr lang="en-US">
                <a:solidFill>
                  <a:srgbClr val="000000"/>
                </a:solidFill>
                <a:latin typeface="Calibri"/>
                <a:ea typeface="Arial"/>
                <a:cs typeface="Arial"/>
              </a:rPr>
              <a:t>.</a:t>
            </a:r>
            <a:endParaRPr lang="en-US">
              <a:cs typeface="Arial"/>
            </a:endParaRPr>
          </a:p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D2A8C0-F7B4-186D-1EE8-6BFA486AE50D}"/>
              </a:ext>
            </a:extLst>
          </p:cNvPr>
          <p:cNvSpPr txBox="1"/>
          <p:nvPr/>
        </p:nvSpPr>
        <p:spPr>
          <a:xfrm>
            <a:off x="316750" y="1612058"/>
            <a:ext cx="47473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ML models require heavy coding skills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F34CB2-F490-E197-A31D-1AA48D40E7D3}"/>
              </a:ext>
            </a:extLst>
          </p:cNvPr>
          <p:cNvSpPr txBox="1"/>
          <p:nvPr/>
        </p:nvSpPr>
        <p:spPr>
          <a:xfrm>
            <a:off x="318660" y="1990250"/>
            <a:ext cx="424344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Lack of zone-level price transparency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A88629-2324-F757-1A0F-86D42D14E80C}"/>
              </a:ext>
            </a:extLst>
          </p:cNvPr>
          <p:cNvSpPr txBox="1"/>
          <p:nvPr/>
        </p:nvSpPr>
        <p:spPr>
          <a:xfrm>
            <a:off x="319109" y="2353952"/>
            <a:ext cx="508126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No Rent V. Sale visibility among </a:t>
            </a:r>
            <a:r>
              <a:rPr lang="en-US" dirty="0">
                <a:ea typeface="Calibri"/>
                <a:cs typeface="Calibri"/>
              </a:rPr>
              <a:t>properties.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F0D235-B007-A369-763C-2B36FCC03EEB}"/>
              </a:ext>
            </a:extLst>
          </p:cNvPr>
          <p:cNvSpPr txBox="1"/>
          <p:nvPr/>
        </p:nvSpPr>
        <p:spPr>
          <a:xfrm>
            <a:off x="319109" y="2731357"/>
            <a:ext cx="508126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>
                <a:ea typeface="Calibri"/>
                <a:cs typeface="Calibri"/>
              </a:rPr>
              <a:t>Buyers, investors and landlords lack intelligent property recommendations.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Multicolor hanging light bulbs on white background. Continuous line drawing light bulb. Concept of idea">
            <a:extLst>
              <a:ext uri="{FF2B5EF4-FFF2-40B4-BE49-F238E27FC236}">
                <a16:creationId xmlns:a16="http://schemas.microsoft.com/office/drawing/2014/main" id="{89383E7F-6630-6772-F152-45AED50408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773" t="705" r="158" b="1221"/>
          <a:stretch>
            <a:fillRect/>
          </a:stretch>
        </p:blipFill>
        <p:spPr>
          <a:xfrm>
            <a:off x="5735933" y="251939"/>
            <a:ext cx="3402679" cy="5044423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572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edunet</a:t>
            </a:r>
            <a:endParaRPr lang="en-US" sz="800"/>
          </a:p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80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B3A8A"/>
                </a:solidFill>
                <a:latin typeface="Calibri"/>
                <a:ea typeface="Calibri"/>
                <a:cs typeface="Calibri"/>
              </a:rPr>
              <a:t>Proposed Solution</a:t>
            </a:r>
            <a:endParaRPr lang="en-US" sz="2800">
              <a:latin typeface="Calibri"/>
              <a:ea typeface="Calibri"/>
              <a:cs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2795C3-2C32-3C9F-A9C1-7CDBF714D2BC}"/>
              </a:ext>
            </a:extLst>
          </p:cNvPr>
          <p:cNvSpPr txBox="1"/>
          <p:nvPr/>
        </p:nvSpPr>
        <p:spPr>
          <a:xfrm>
            <a:off x="323490" y="1277787"/>
            <a:ext cx="5671868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Built a </a:t>
            </a:r>
            <a:r>
              <a:rPr lang="en-US" b="1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3-layer intelligence platform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 </a:t>
            </a:r>
            <a:r>
              <a:rPr lang="en-US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using Microsoft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 365 — no coding required.</a:t>
            </a:r>
            <a:r>
              <a:rPr lang="en-US" dirty="0">
                <a:latin typeface="Calibri"/>
                <a:ea typeface="Arial"/>
                <a:cs typeface="Arial"/>
              </a:rPr>
              <a:t>​</a:t>
            </a:r>
            <a:endParaRPr lang="en-US"/>
          </a:p>
          <a:p>
            <a:pPr marL="285750" indent="-285750">
              <a:buFont typeface="Arial,Sans-Serif"/>
              <a:buChar char="•"/>
            </a:pPr>
            <a:r>
              <a:rPr lang="en-US" b="1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Layer 1 — Excel with Copilot: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 Cleaned </a:t>
            </a:r>
            <a:r>
              <a:rPr lang="en-US">
                <a:solidFill>
                  <a:srgbClr val="1A1A2E"/>
                </a:solidFill>
                <a:latin typeface="Calibri"/>
                <a:ea typeface="Arial"/>
                <a:cs typeface="Arial"/>
              </a:rPr>
              <a:t>and analyzed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 1,000 </a:t>
            </a:r>
            <a:r>
              <a:rPr lang="en-US" baseline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Kolkata property </a:t>
            </a:r>
            <a:r>
              <a:rPr lang="en-US">
                <a:solidFill>
                  <a:srgbClr val="1A1A2E"/>
                </a:solidFill>
                <a:latin typeface="Calibri"/>
                <a:ea typeface="Arial"/>
                <a:cs typeface="Arial"/>
              </a:rPr>
              <a:t>records with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 an interactive dashboard.</a:t>
            </a:r>
            <a:r>
              <a:rPr lang="en-US" dirty="0">
                <a:latin typeface="Calibri"/>
                <a:ea typeface="Arial"/>
                <a:cs typeface="Arial"/>
              </a:rPr>
              <a:t>​</a:t>
            </a:r>
          </a:p>
          <a:p>
            <a:pPr marL="285750" indent="-285750">
              <a:buFont typeface="Arial,Sans-Serif"/>
              <a:buChar char="•"/>
            </a:pPr>
            <a:r>
              <a:rPr lang="en-US" b="1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Layer 2 — Power BI: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 Advanced </a:t>
            </a:r>
            <a:r>
              <a:rPr lang="en-US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interactive dashboard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 with 8 charts and 5 </a:t>
            </a:r>
            <a:r>
              <a:rPr lang="en-US">
                <a:solidFill>
                  <a:srgbClr val="1A1A2E"/>
                </a:solidFill>
                <a:latin typeface="Calibri"/>
                <a:ea typeface="Arial"/>
                <a:cs typeface="Arial"/>
              </a:rPr>
              <a:t>dynamic s</a:t>
            </a:r>
            <a:r>
              <a:rPr lang="en-US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licers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 for real-time filtering.</a:t>
            </a:r>
            <a:r>
              <a:rPr lang="en-US" dirty="0">
                <a:latin typeface="Calibri"/>
                <a:ea typeface="Arial"/>
                <a:cs typeface="Arial"/>
              </a:rPr>
              <a:t>​</a:t>
            </a:r>
          </a:p>
          <a:p>
            <a:pPr marL="285750" indent="-285750">
              <a:buFont typeface="Arial,Sans-Serif"/>
              <a:buChar char="•"/>
            </a:pPr>
            <a:r>
              <a:rPr lang="en-US" b="1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Layer 3 — Copilot Studio: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 </a:t>
            </a:r>
            <a:r>
              <a:rPr lang="en-US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Conversational AI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 Property Agent </a:t>
            </a:r>
            <a:r>
              <a:rPr lang="en-US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for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 instant, </a:t>
            </a:r>
            <a:r>
              <a:rPr lang="en-US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natural language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 property queries </a:t>
            </a:r>
            <a:r>
              <a:rPr lang="en-US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and recommendations</a:t>
            </a:r>
            <a:r>
              <a:rPr lang="en-US" baseline="0" dirty="0">
                <a:solidFill>
                  <a:srgbClr val="1A1A2E"/>
                </a:solidFill>
                <a:latin typeface="Calibri"/>
                <a:ea typeface="Arial"/>
                <a:cs typeface="Arial"/>
              </a:rPr>
              <a:t>.</a:t>
            </a:r>
            <a:r>
              <a:rPr lang="en-US" dirty="0">
                <a:latin typeface="Calibri"/>
                <a:ea typeface="Arial"/>
                <a:cs typeface="Arial"/>
              </a:rPr>
              <a:t>​</a:t>
            </a:r>
          </a:p>
          <a:p>
            <a:endParaRPr lang="en-US" baseline="0" dirty="0">
              <a:solidFill>
                <a:srgbClr val="1A1A2E"/>
              </a:solidFill>
              <a:latin typeface="Calibri"/>
              <a:ea typeface="Arial"/>
              <a:cs typeface="Arial"/>
            </a:endParaRPr>
          </a:p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A9BAD96-1F0E-8435-38AF-E6BE6E33E9AE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7E15FA40-311C-52D2-5EBD-AB0B08E5705F}"/>
              </a:ext>
            </a:extLst>
          </p:cNvPr>
          <p:cNvSpPr/>
          <p:nvPr/>
        </p:nvSpPr>
        <p:spPr>
          <a:xfrm>
            <a:off x="7772400" y="4572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edunet</a:t>
            </a:r>
            <a:endParaRPr lang="en-US" sz="800"/>
          </a:p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80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34C2E3A4-9829-92BA-8CD2-F9DFD948972B}"/>
              </a:ext>
            </a:extLst>
          </p:cNvPr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1C17F-B526-0791-2156-E8C278B2BE54}"/>
              </a:ext>
            </a:extLst>
          </p:cNvPr>
          <p:cNvSpPr txBox="1"/>
          <p:nvPr/>
        </p:nvSpPr>
        <p:spPr>
          <a:xfrm>
            <a:off x="248009" y="609241"/>
            <a:ext cx="4572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accent1">
                    <a:lumMod val="49000"/>
                  </a:schemeClr>
                </a:solidFill>
                <a:latin typeface="Calibri"/>
                <a:ea typeface="Calibri"/>
                <a:cs typeface="Calibri"/>
              </a:rPr>
              <a:t>AI-Tools Integration</a:t>
            </a:r>
            <a:r>
              <a:rPr sz="2800" b="1" i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 b="1" dirty="0"/>
          </a:p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B0585D-1692-05FE-D0EC-78A4FDFB84BE}"/>
              </a:ext>
            </a:extLst>
          </p:cNvPr>
          <p:cNvSpPr txBox="1"/>
          <p:nvPr/>
        </p:nvSpPr>
        <p:spPr>
          <a:xfrm>
            <a:off x="253062" y="1205785"/>
            <a:ext cx="641094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ea typeface="Calibri"/>
                <a:cs typeface="Calibri"/>
              </a:rPr>
              <a:t>Copilot was used for the following tasks:</a:t>
            </a:r>
            <a:endParaRPr lang="en-US"/>
          </a:p>
        </p:txBody>
      </p:sp>
      <p:pic>
        <p:nvPicPr>
          <p:cNvPr id="12" name="Picture 11" descr="Copilot Logo">
            <a:extLst>
              <a:ext uri="{FF2B5EF4-FFF2-40B4-BE49-F238E27FC236}">
                <a16:creationId xmlns:a16="http://schemas.microsoft.com/office/drawing/2014/main" id="{2DBFBACA-B022-949C-71A8-80D1D0ADE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739" y="2286147"/>
            <a:ext cx="2743199" cy="154167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BF5D1046-AF07-1580-BC4A-81E02EEE9A6C}"/>
              </a:ext>
            </a:extLst>
          </p:cNvPr>
          <p:cNvSpPr/>
          <p:nvPr/>
        </p:nvSpPr>
        <p:spPr>
          <a:xfrm>
            <a:off x="566443" y="1902861"/>
            <a:ext cx="2188163" cy="48927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For DFD Creation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476687-E60B-96F9-F5A8-96A10847A8FC}"/>
              </a:ext>
            </a:extLst>
          </p:cNvPr>
          <p:cNvSpPr/>
          <p:nvPr/>
        </p:nvSpPr>
        <p:spPr>
          <a:xfrm>
            <a:off x="566443" y="2679238"/>
            <a:ext cx="2188163" cy="48927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ea typeface="Calibri"/>
                <a:cs typeface="Calibri"/>
              </a:rPr>
              <a:t>For Insigh</a:t>
            </a:r>
            <a:r>
              <a:rPr lang="en-US" b="1">
                <a:solidFill>
                  <a:schemeClr val="tx1"/>
                </a:solidFill>
              </a:rPr>
              <a:t>t</a:t>
            </a:r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 Generation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DFC6764-4ECB-976B-9929-C8EFCC5FBA18}"/>
              </a:ext>
            </a:extLst>
          </p:cNvPr>
          <p:cNvSpPr/>
          <p:nvPr/>
        </p:nvSpPr>
        <p:spPr>
          <a:xfrm>
            <a:off x="566443" y="3498747"/>
            <a:ext cx="2188163" cy="48927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For Creating the report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AD46AEA-976A-86F3-5C5F-6021F47490AA}"/>
              </a:ext>
            </a:extLst>
          </p:cNvPr>
          <p:cNvSpPr/>
          <p:nvPr/>
        </p:nvSpPr>
        <p:spPr>
          <a:xfrm>
            <a:off x="5979518" y="1902860"/>
            <a:ext cx="2446955" cy="48927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ea typeface="Calibri"/>
                <a:cs typeface="Calibri"/>
              </a:rPr>
              <a:t>For </a:t>
            </a:r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Cleaning Dataset</a:t>
            </a:r>
            <a:endParaRPr lang="en-US" b="1" dirty="0">
              <a:solidFill>
                <a:schemeClr val="tx1"/>
              </a:solidFill>
              <a:ea typeface="Calibri"/>
              <a:cs typeface="Calibri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B1C242-45BB-1F42-2632-6486FDB8A81A}"/>
              </a:ext>
            </a:extLst>
          </p:cNvPr>
          <p:cNvSpPr/>
          <p:nvPr/>
        </p:nvSpPr>
        <p:spPr>
          <a:xfrm>
            <a:off x="5979518" y="2679237"/>
            <a:ext cx="2446955" cy="48927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ea typeface="Calibri"/>
                <a:cs typeface="Calibri"/>
              </a:rPr>
              <a:t>For Creat</a:t>
            </a:r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ing Power BI Dashboard</a:t>
            </a:r>
            <a:endParaRPr lang="en-US" b="1" dirty="0">
              <a:solidFill>
                <a:schemeClr val="tx1"/>
              </a:solidFill>
              <a:ea typeface="Calibri"/>
              <a:cs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D355FA2-F462-3370-22B4-2EBE4EED856C}"/>
              </a:ext>
            </a:extLst>
          </p:cNvPr>
          <p:cNvSpPr/>
          <p:nvPr/>
        </p:nvSpPr>
        <p:spPr>
          <a:xfrm>
            <a:off x="5979518" y="3498746"/>
            <a:ext cx="2446955" cy="48927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ea typeface="Calibri"/>
                <a:cs typeface="Calibri"/>
              </a:rPr>
              <a:t>For making a </a:t>
            </a:r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conversational AI Agent</a:t>
            </a:r>
            <a:endParaRPr lang="en-US" b="1" dirty="0">
              <a:solidFill>
                <a:schemeClr val="tx1"/>
              </a:solidFill>
              <a:ea typeface="Calibri"/>
              <a:cs typeface="Calibri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72A61F-4610-02FB-0AB3-77C3A82C12BC}"/>
              </a:ext>
            </a:extLst>
          </p:cNvPr>
          <p:cNvSpPr/>
          <p:nvPr/>
        </p:nvSpPr>
        <p:spPr>
          <a:xfrm>
            <a:off x="2561301" y="4350606"/>
            <a:ext cx="4032059" cy="48927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For making every task easier and effortless.</a:t>
            </a:r>
          </a:p>
        </p:txBody>
      </p:sp>
    </p:spTree>
    <p:extLst>
      <p:ext uri="{BB962C8B-B14F-4D97-AF65-F5344CB8AC3E}">
        <p14:creationId xmlns:p14="http://schemas.microsoft.com/office/powerpoint/2010/main" val="12911466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gent intelligent Copilot Studio">
            <a:extLst>
              <a:ext uri="{FF2B5EF4-FFF2-40B4-BE49-F238E27FC236}">
                <a16:creationId xmlns:a16="http://schemas.microsoft.com/office/drawing/2014/main" id="{52392953-A9B2-847F-77B2-1FDDCEAB4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854" y="462591"/>
            <a:ext cx="3196085" cy="1641175"/>
          </a:xfrm>
          <a:prstGeom prst="rect">
            <a:avLst/>
          </a:prstGeom>
        </p:spPr>
      </p:pic>
      <p:pic>
        <p:nvPicPr>
          <p:cNvPr id="27" name="Picture 26" descr="what is Microsoft Copilot">
            <a:extLst>
              <a:ext uri="{FF2B5EF4-FFF2-40B4-BE49-F238E27FC236}">
                <a16:creationId xmlns:a16="http://schemas.microsoft.com/office/drawing/2014/main" id="{E9C0E84C-3BC9-47D6-294B-CECE2E073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2702" y="2048234"/>
            <a:ext cx="2969643" cy="1704795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D858946E-6F91-6280-4AA2-82117D29B951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18BA5E3-0EB3-DCBF-BFBE-9AF6317DA73D}"/>
              </a:ext>
            </a:extLst>
          </p:cNvPr>
          <p:cNvSpPr/>
          <p:nvPr/>
        </p:nvSpPr>
        <p:spPr>
          <a:xfrm>
            <a:off x="7772400" y="4572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edunet</a:t>
            </a:r>
            <a:endParaRPr lang="en-US" sz="800"/>
          </a:p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80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7AA139F-77A9-A82D-728D-5F4148322C05}"/>
              </a:ext>
            </a:extLst>
          </p:cNvPr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B3A8A"/>
                </a:solidFill>
                <a:latin typeface="Calibri"/>
                <a:ea typeface="Calibri"/>
                <a:cs typeface="Calibri"/>
              </a:rPr>
              <a:t>System Architecture</a:t>
            </a:r>
            <a:endParaRPr lang="en-US" sz="2800">
              <a:latin typeface="Calibri"/>
              <a:ea typeface="Calibri"/>
              <a:cs typeface="Calibri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0A0E06-2508-6660-62B3-F475602F9179}"/>
              </a:ext>
            </a:extLst>
          </p:cNvPr>
          <p:cNvSpPr/>
          <p:nvPr/>
        </p:nvSpPr>
        <p:spPr>
          <a:xfrm>
            <a:off x="315266" y="1171146"/>
            <a:ext cx="1850367" cy="64950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ea typeface="Calibri"/>
                <a:cs typeface="Calibri"/>
              </a:rPr>
              <a:t>Data </a:t>
            </a:r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Extraction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ea typeface="Calibri"/>
                <a:cs typeface="Calibri"/>
              </a:rPr>
              <a:t>From </a:t>
            </a:r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Kaggle</a:t>
            </a:r>
            <a:endParaRPr lang="en-US" b="1" dirty="0">
              <a:solidFill>
                <a:schemeClr val="tx1"/>
              </a:solidFill>
              <a:ea typeface="Calibri"/>
              <a:cs typeface="Calibri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8951964-1864-F28E-55E5-26952591C01B}"/>
              </a:ext>
            </a:extLst>
          </p:cNvPr>
          <p:cNvSpPr/>
          <p:nvPr/>
        </p:nvSpPr>
        <p:spPr>
          <a:xfrm>
            <a:off x="2719879" y="1494636"/>
            <a:ext cx="1850367" cy="64950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ea typeface="Calibri"/>
                <a:cs typeface="Calibri"/>
              </a:rPr>
              <a:t>Data Cleaning </a:t>
            </a:r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using Excel</a:t>
            </a:r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664D10-FC5F-3872-7212-1C01477FEC4D}"/>
              </a:ext>
            </a:extLst>
          </p:cNvPr>
          <p:cNvSpPr/>
          <p:nvPr/>
        </p:nvSpPr>
        <p:spPr>
          <a:xfrm>
            <a:off x="5113709" y="1818126"/>
            <a:ext cx="1850367" cy="64950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Added Helper Columns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D30DDF6-4580-C212-D318-0AE275CADCD0}"/>
              </a:ext>
            </a:extLst>
          </p:cNvPr>
          <p:cNvSpPr/>
          <p:nvPr/>
        </p:nvSpPr>
        <p:spPr>
          <a:xfrm>
            <a:off x="6968388" y="2572937"/>
            <a:ext cx="1861150" cy="80046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Creation of Power BI Dashboard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D78EBC4-EA58-1D82-65A6-6DBEA5C8DF5A}"/>
              </a:ext>
            </a:extLst>
          </p:cNvPr>
          <p:cNvSpPr/>
          <p:nvPr/>
        </p:nvSpPr>
        <p:spPr>
          <a:xfrm>
            <a:off x="4962746" y="3521842"/>
            <a:ext cx="2001329" cy="83281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ea typeface="Calibri"/>
                <a:cs typeface="Calibri"/>
              </a:rPr>
              <a:t>Insight Generation Using </a:t>
            </a:r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Copilot</a:t>
            </a:r>
            <a:endParaRPr lang="en-US" b="1" dirty="0">
              <a:solidFill>
                <a:schemeClr val="tx1"/>
              </a:solidFill>
              <a:ea typeface="Calibri"/>
              <a:cs typeface="Calibri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19B674F-5EE8-3A17-8328-4A2D18605AE1}"/>
              </a:ext>
            </a:extLst>
          </p:cNvPr>
          <p:cNvSpPr/>
          <p:nvPr/>
        </p:nvSpPr>
        <p:spPr>
          <a:xfrm>
            <a:off x="2719878" y="4028644"/>
            <a:ext cx="1850367" cy="64950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Copilot Studio Agent Created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AED6C42-6D4A-E3EA-A134-4C3DFE30642D}"/>
              </a:ext>
            </a:extLst>
          </p:cNvPr>
          <p:cNvSpPr/>
          <p:nvPr/>
        </p:nvSpPr>
        <p:spPr>
          <a:xfrm>
            <a:off x="315265" y="4039427"/>
            <a:ext cx="1968980" cy="96221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ea typeface="Calibri"/>
                <a:cs typeface="Calibri"/>
              </a:rPr>
              <a:t>Property Intelligence </a:t>
            </a:r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Platform</a:t>
            </a:r>
            <a:endParaRPr lang="en-US" b="1" dirty="0">
              <a:solidFill>
                <a:schemeClr val="tx1"/>
              </a:solidFill>
              <a:ea typeface="Calibri"/>
              <a:cs typeface="Calibri"/>
            </a:endParaRPr>
          </a:p>
        </p:txBody>
      </p:sp>
      <p:pic>
        <p:nvPicPr>
          <p:cNvPr id="25" name="Picture 24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AB6A5A57-DAF4-6EAF-4C41-32B0CDD7F4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13" y="2420788"/>
            <a:ext cx="1443307" cy="948906"/>
          </a:xfrm>
          <a:prstGeom prst="rect">
            <a:avLst/>
          </a:prstGeom>
        </p:spPr>
      </p:pic>
      <p:pic>
        <p:nvPicPr>
          <p:cNvPr id="2" name="Graphic 1" descr="Microsoft Copilot Studio">
            <a:extLst>
              <a:ext uri="{FF2B5EF4-FFF2-40B4-BE49-F238E27FC236}">
                <a16:creationId xmlns:a16="http://schemas.microsoft.com/office/drawing/2014/main" id="{1C30C6CC-FC0C-7D35-AB5C-B264EFC216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97979" y="2573188"/>
            <a:ext cx="914400" cy="838200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881802FD-CE69-28F6-195C-A50AE23F80AB}"/>
              </a:ext>
            </a:extLst>
          </p:cNvPr>
          <p:cNvCxnSpPr/>
          <p:nvPr/>
        </p:nvCxnSpPr>
        <p:spPr>
          <a:xfrm>
            <a:off x="2175021" y="1486594"/>
            <a:ext cx="540385" cy="337418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4461BC2-837F-3DF5-1696-7F425E0E5896}"/>
              </a:ext>
            </a:extLst>
          </p:cNvPr>
          <p:cNvCxnSpPr>
            <a:cxnSpLocks/>
          </p:cNvCxnSpPr>
          <p:nvPr/>
        </p:nvCxnSpPr>
        <p:spPr>
          <a:xfrm>
            <a:off x="4579634" y="1885565"/>
            <a:ext cx="540385" cy="337418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35E49A7-4A17-CF64-D6F5-8A795E0F4668}"/>
              </a:ext>
            </a:extLst>
          </p:cNvPr>
          <p:cNvCxnSpPr>
            <a:cxnSpLocks/>
          </p:cNvCxnSpPr>
          <p:nvPr/>
        </p:nvCxnSpPr>
        <p:spPr>
          <a:xfrm>
            <a:off x="6973464" y="2230622"/>
            <a:ext cx="540385" cy="337418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B6A4A04-0A04-2593-B0F0-9C9FD8DEE51B}"/>
              </a:ext>
            </a:extLst>
          </p:cNvPr>
          <p:cNvCxnSpPr>
            <a:cxnSpLocks/>
          </p:cNvCxnSpPr>
          <p:nvPr/>
        </p:nvCxnSpPr>
        <p:spPr>
          <a:xfrm flipV="1">
            <a:off x="6973463" y="3398332"/>
            <a:ext cx="389423" cy="374261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AFF0617-CB8A-3C9C-C3CF-03BAB1B88382}"/>
              </a:ext>
            </a:extLst>
          </p:cNvPr>
          <p:cNvCxnSpPr>
            <a:cxnSpLocks/>
          </p:cNvCxnSpPr>
          <p:nvPr/>
        </p:nvCxnSpPr>
        <p:spPr>
          <a:xfrm flipV="1">
            <a:off x="4579633" y="4034530"/>
            <a:ext cx="389423" cy="374261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199C5414-1238-E23B-1FD7-0541036DE1F9}"/>
              </a:ext>
            </a:extLst>
          </p:cNvPr>
          <p:cNvCxnSpPr>
            <a:cxnSpLocks/>
          </p:cNvCxnSpPr>
          <p:nvPr/>
        </p:nvCxnSpPr>
        <p:spPr>
          <a:xfrm flipV="1">
            <a:off x="2293632" y="4336454"/>
            <a:ext cx="432555" cy="331129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316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572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edunet</a:t>
            </a:r>
            <a:endParaRPr lang="en-US" sz="800"/>
          </a:p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80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B3A8A"/>
                </a:solidFill>
                <a:latin typeface="Calibri"/>
                <a:ea typeface="Calibri"/>
                <a:cs typeface="Calibri"/>
              </a:rPr>
              <a:t>Live Demo of Project</a:t>
            </a:r>
            <a:endParaRPr lang="en-US" sz="2800">
              <a:latin typeface="Calibri"/>
              <a:ea typeface="Calibri"/>
              <a:cs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1556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Here's the list of some demo screenshots / features of the project: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978408" y="1463040"/>
            <a:ext cx="1371600" cy="1371600"/>
          </a:xfrm>
          <a:prstGeom prst="ellipse">
            <a:avLst/>
          </a:prstGeom>
          <a:solidFill>
            <a:srgbClr val="ECEFF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4630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>
                <a:solidFill>
                  <a:srgbClr val="000000"/>
                </a:solidFill>
              </a:rPr>
              <a:t>🖼</a:t>
            </a:r>
            <a:endParaRPr lang="en-US" sz="3600"/>
          </a:p>
        </p:txBody>
      </p:sp>
      <p:sp>
        <p:nvSpPr>
          <p:cNvPr id="9" name="Shape 7"/>
          <p:cNvSpPr/>
          <p:nvPr/>
        </p:nvSpPr>
        <p:spPr>
          <a:xfrm>
            <a:off x="274320" y="2011680"/>
            <a:ext cx="2788920" cy="2651760"/>
          </a:xfrm>
          <a:prstGeom prst="rect">
            <a:avLst/>
          </a:prstGeom>
          <a:solidFill>
            <a:srgbClr val="1565C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2242005"/>
            <a:ext cx="278892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ea typeface="Calibri"/>
                <a:cs typeface="Calibri"/>
              </a:rPr>
              <a:t>Excel Cleaned Data</a:t>
            </a:r>
            <a:endParaRPr lang="en-US" sz="16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22776" y="1463040"/>
            <a:ext cx="1371600" cy="1371600"/>
          </a:xfrm>
          <a:prstGeom prst="ellipse">
            <a:avLst/>
          </a:prstGeom>
          <a:solidFill>
            <a:srgbClr val="ECEFF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22776" y="14630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>
                <a:solidFill>
                  <a:srgbClr val="000000"/>
                </a:solidFill>
              </a:rPr>
              <a:t>🖼</a:t>
            </a:r>
            <a:endParaRPr lang="en-US" sz="3600"/>
          </a:p>
        </p:txBody>
      </p:sp>
      <p:sp>
        <p:nvSpPr>
          <p:cNvPr id="14" name="Shape 12"/>
          <p:cNvSpPr/>
          <p:nvPr/>
        </p:nvSpPr>
        <p:spPr>
          <a:xfrm>
            <a:off x="3218688" y="2011680"/>
            <a:ext cx="2788920" cy="2651760"/>
          </a:xfrm>
          <a:prstGeom prst="rect">
            <a:avLst/>
          </a:prstGeom>
          <a:solidFill>
            <a:srgbClr val="1565C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94169" y="2242005"/>
            <a:ext cx="278892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Power BI Dashboard</a:t>
            </a:r>
            <a:endParaRPr lang="en-US" sz="1600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55848" y="3127248"/>
            <a:ext cx="2514600" cy="1371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1050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67144" y="1463040"/>
            <a:ext cx="1371600" cy="1371600"/>
          </a:xfrm>
          <a:prstGeom prst="ellipse">
            <a:avLst/>
          </a:prstGeom>
          <a:solidFill>
            <a:srgbClr val="ECEFF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67144" y="14630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>
                <a:solidFill>
                  <a:srgbClr val="000000"/>
                </a:solidFill>
              </a:rPr>
              <a:t>🖼</a:t>
            </a:r>
            <a:endParaRPr lang="en-US" sz="3600"/>
          </a:p>
        </p:txBody>
      </p:sp>
      <p:sp>
        <p:nvSpPr>
          <p:cNvPr id="19" name="Shape 17"/>
          <p:cNvSpPr/>
          <p:nvPr/>
        </p:nvSpPr>
        <p:spPr>
          <a:xfrm>
            <a:off x="6163056" y="2011680"/>
            <a:ext cx="2788920" cy="2651760"/>
          </a:xfrm>
          <a:prstGeom prst="rect">
            <a:avLst/>
          </a:prstGeom>
          <a:solidFill>
            <a:srgbClr val="1565C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52273" y="2242005"/>
            <a:ext cx="278892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ea typeface="Calibri"/>
                <a:cs typeface="Calibri"/>
              </a:rPr>
              <a:t>Copilot Studio Agent</a:t>
            </a:r>
            <a:endParaRPr lang="en-US" sz="16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3127248"/>
            <a:ext cx="2514600" cy="1371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1050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EF41F119-024F-CD76-29AC-F3A34A486A8C}"/>
              </a:ext>
            </a:extLst>
          </p:cNvPr>
          <p:cNvSpPr/>
          <p:nvPr/>
        </p:nvSpPr>
        <p:spPr>
          <a:xfrm>
            <a:off x="3345065" y="2909055"/>
            <a:ext cx="2514600" cy="1371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4D2B694C-39E9-C962-5FE1-6D65606ED7C9}"/>
              </a:ext>
            </a:extLst>
          </p:cNvPr>
          <p:cNvSpPr/>
          <p:nvPr/>
        </p:nvSpPr>
        <p:spPr>
          <a:xfrm>
            <a:off x="6289433" y="2909055"/>
            <a:ext cx="2514600" cy="1371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179787-8724-9B66-1F6D-27A7FBBE5B85}"/>
              </a:ext>
            </a:extLst>
          </p:cNvPr>
          <p:cNvSpPr txBox="1"/>
          <p:nvPr/>
        </p:nvSpPr>
        <p:spPr>
          <a:xfrm>
            <a:off x="571500" y="3121684"/>
            <a:ext cx="2490877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https://github.com/Zehra-Aman/AICW-PROJECT-FEELLOWSHIP</a:t>
            </a:r>
          </a:p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2D99F6-E793-EB07-DC24-F675B2096629}"/>
              </a:ext>
            </a:extLst>
          </p:cNvPr>
          <p:cNvSpPr txBox="1"/>
          <p:nvPr/>
        </p:nvSpPr>
        <p:spPr>
          <a:xfrm>
            <a:off x="3396651" y="3089335"/>
            <a:ext cx="2350698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0" i="0" u="none" strike="noStrike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https://github.com/Zehra-Aman/AICW-PROJECT-FEELLOWSHIP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4AADDE-CF44-C0A4-3C4B-BBC4FC2B7D36}"/>
              </a:ext>
            </a:extLst>
          </p:cNvPr>
          <p:cNvSpPr txBox="1"/>
          <p:nvPr/>
        </p:nvSpPr>
        <p:spPr>
          <a:xfrm>
            <a:off x="6297283" y="3046203"/>
            <a:ext cx="2329132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0" i="0" u="none" strike="noStrike" baseline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https://github.com/Zehra-Aman/AICW-PROJECT-FEELLOWSHIP</a:t>
            </a:r>
            <a:endParaRPr lang="en-US"/>
          </a:p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572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edunet</a:t>
            </a:r>
            <a:endParaRPr lang="en-US" sz="800"/>
          </a:p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80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B3A8A"/>
                </a:solidFill>
                <a:latin typeface="Calibri"/>
                <a:ea typeface="Calibri"/>
                <a:cs typeface="Calibri"/>
              </a:rPr>
              <a:t>Conclusion</a:t>
            </a:r>
            <a:endParaRPr lang="en-US" sz="2800">
              <a:latin typeface="Calibri"/>
              <a:ea typeface="Calibri"/>
              <a:cs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B5B512-8B44-5E5C-B12C-02204DC9B105}"/>
              </a:ext>
            </a:extLst>
          </p:cNvPr>
          <p:cNvSpPr txBox="1"/>
          <p:nvPr/>
        </p:nvSpPr>
        <p:spPr>
          <a:xfrm>
            <a:off x="315852" y="1047860"/>
            <a:ext cx="439721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>
                <a:ea typeface="Calibri"/>
                <a:cs typeface="Calibri"/>
              </a:rPr>
              <a:t>Demonstrates an end-to-end </a:t>
            </a:r>
            <a:r>
              <a:rPr lang="en-US">
                <a:ea typeface="Calibri"/>
                <a:cs typeface="Calibri"/>
              </a:rPr>
              <a:t>platform using MS 365.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DC17AE-7D9D-661E-A42E-A66F6B30931C}"/>
              </a:ext>
            </a:extLst>
          </p:cNvPr>
          <p:cNvSpPr txBox="1"/>
          <p:nvPr/>
        </p:nvSpPr>
        <p:spPr>
          <a:xfrm>
            <a:off x="315852" y="1694841"/>
            <a:ext cx="439721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>
                <a:ea typeface="Calibri"/>
                <a:cs typeface="Calibri"/>
              </a:rPr>
              <a:t>Successfully built a real-estate intelligence </a:t>
            </a:r>
            <a:r>
              <a:rPr lang="en-US">
                <a:ea typeface="Calibri"/>
                <a:cs typeface="Calibri"/>
              </a:rPr>
              <a:t>platform.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6428E3-B2BD-800C-A14F-F4AEFFD502B5}"/>
              </a:ext>
            </a:extLst>
          </p:cNvPr>
          <p:cNvSpPr txBox="1"/>
          <p:nvPr/>
        </p:nvSpPr>
        <p:spPr>
          <a:xfrm>
            <a:off x="315852" y="2341822"/>
            <a:ext cx="461287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Power BI enabled dynamic cross-filtering across 5 dimensions </a:t>
            </a:r>
            <a:r>
              <a:rPr lang="en-US">
                <a:ea typeface="+mn-lt"/>
                <a:cs typeface="+mn-lt"/>
              </a:rPr>
              <a:t>simultaneously.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CB3A7C-B970-AAC8-64F7-667C87F6DB71}"/>
              </a:ext>
            </a:extLst>
          </p:cNvPr>
          <p:cNvSpPr txBox="1"/>
          <p:nvPr/>
        </p:nvSpPr>
        <p:spPr>
          <a:xfrm>
            <a:off x="315852" y="2988804"/>
            <a:ext cx="461287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Non-technical users can now access expert-level property insights </a:t>
            </a:r>
            <a:r>
              <a:rPr lang="en-US">
                <a:ea typeface="+mn-lt"/>
                <a:cs typeface="+mn-lt"/>
              </a:rPr>
              <a:t>through natural</a:t>
            </a:r>
            <a:r>
              <a:rPr lang="en-US" dirty="0">
                <a:ea typeface="+mn-lt"/>
                <a:cs typeface="+mn-lt"/>
              </a:rPr>
              <a:t> conversation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12" name="Picture 11" descr="A person pointing at a light bulb&#10;&#10;AI-generated content may be incorrect.">
            <a:extLst>
              <a:ext uri="{FF2B5EF4-FFF2-40B4-BE49-F238E27FC236}">
                <a16:creationId xmlns:a16="http://schemas.microsoft.com/office/drawing/2014/main" id="{055A7105-62C5-97E6-38C7-ED2F7D24D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874" y="1056735"/>
            <a:ext cx="4415647" cy="2976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572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edunet</a:t>
            </a:r>
            <a:endParaRPr lang="en-US" sz="800"/>
          </a:p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800"/>
          </a:p>
        </p:txBody>
      </p:sp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2200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8C7A7E74-ABB5-6664-2EA7-11C1F0D749E0}"/>
              </a:ext>
            </a:extLst>
          </p:cNvPr>
          <p:cNvSpPr/>
          <p:nvPr/>
        </p:nvSpPr>
        <p:spPr>
          <a:xfrm>
            <a:off x="231077" y="1092887"/>
            <a:ext cx="4114800" cy="34747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solidFill>
                  <a:srgbClr val="1A1A2E"/>
                </a:solidFill>
                <a:ea typeface="+mn-lt"/>
                <a:cs typeface="+mn-lt"/>
              </a:rPr>
              <a:t>Integrate real-time property data via APIs</a:t>
            </a: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solidFill>
                  <a:srgbClr val="1A1A2E"/>
                </a:solidFill>
                <a:ea typeface="+mn-lt"/>
                <a:cs typeface="+mn-lt"/>
              </a:rPr>
              <a:t>Apply ML models for price prediction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solidFill>
                  <a:srgbClr val="1A1A2E"/>
                </a:solidFill>
                <a:ea typeface="+mn-lt"/>
                <a:cs typeface="+mn-lt"/>
              </a:rPr>
              <a:t>Publish Power BI dashboard online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solidFill>
                  <a:srgbClr val="1A1A2E"/>
                </a:solidFill>
                <a:ea typeface="+mn-lt"/>
                <a:cs typeface="+mn-lt"/>
              </a:rPr>
              <a:t>Deploy Copilot Studio agent publicly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dirty="0">
                <a:solidFill>
                  <a:srgbClr val="1A1A2E"/>
                </a:solidFill>
                <a:ea typeface="+mn-lt"/>
                <a:cs typeface="+mn-lt"/>
              </a:rPr>
              <a:t>Expand to other Indian cities (Mumbai, Delhi, Bangalore)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solidFill>
                  <a:srgbClr val="1A1A2E"/>
                </a:solidFill>
                <a:ea typeface="+mn-lt"/>
                <a:cs typeface="+mn-lt"/>
              </a:rPr>
              <a:t>Include commercial properties too.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 dirty="0">
                <a:solidFill>
                  <a:srgbClr val="1A1A2E"/>
                </a:solidFill>
                <a:ea typeface="+mn-lt"/>
                <a:cs typeface="+mn-lt"/>
              </a:rPr>
              <a:t> </a:t>
            </a:r>
            <a:br>
              <a:rPr lang="en-US" dirty="0"/>
            </a:br>
            <a:endParaRPr lang="en-US">
              <a:ea typeface="Calibri"/>
              <a:cs typeface="Calibri"/>
            </a:endParaRPr>
          </a:p>
          <a:p>
            <a:endParaRPr lang="en-US" dirty="0">
              <a:solidFill>
                <a:srgbClr val="1A1A2E"/>
              </a:solidFill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solidFill>
                <a:srgbClr val="1A1A2E"/>
              </a:solidFill>
              <a:latin typeface="Lato" panose="020F0502020204030203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9" name="Picture 18" descr="A hand touching a circle&#10;&#10;AI-generated content may be incorrect.">
            <a:extLst>
              <a:ext uri="{FF2B5EF4-FFF2-40B4-BE49-F238E27FC236}">
                <a16:creationId xmlns:a16="http://schemas.microsoft.com/office/drawing/2014/main" id="{CC88191E-471A-616D-78DC-B0562795A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5145" y="1088209"/>
            <a:ext cx="4554746" cy="29131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3" name="Text 1"/>
          <p:cNvSpPr/>
          <p:nvPr/>
        </p:nvSpPr>
        <p:spPr>
          <a:xfrm>
            <a:off x="6305973" y="45720"/>
            <a:ext cx="274658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edunet</a:t>
            </a:r>
            <a:endParaRPr lang="en-US" sz="800"/>
          </a:p>
          <a:p>
            <a:pPr marL="0" indent="0" algn="r">
              <a:buNone/>
            </a:pPr>
            <a:r>
              <a:rPr lang="en-US" sz="800" b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80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AICW Fellowship  |  Student Project Presentation 2026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07D8B"/>
                </a:solidFill>
                <a:latin typeface="Calibri"/>
                <a:ea typeface="Calibri"/>
                <a:cs typeface="Calibri"/>
              </a:rPr>
              <a:t>  LinkedIn  |   Edunet Foundation</a:t>
            </a:r>
            <a:endParaRPr lang="en-US" sz="1100"/>
          </a:p>
        </p:txBody>
      </p:sp>
      <p:sp>
        <p:nvSpPr>
          <p:cNvPr id="7" name="Shape 5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B3A8A"/>
          </a:solidFill>
          <a:ln/>
        </p:spPr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11</Slides>
  <Notes>8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revision>890</cp:revision>
  <dcterms:created xsi:type="dcterms:W3CDTF">2026-02-18T09:17:23Z</dcterms:created>
  <dcterms:modified xsi:type="dcterms:W3CDTF">2026-04-19T10:43:44Z</dcterms:modified>
</cp:coreProperties>
</file>