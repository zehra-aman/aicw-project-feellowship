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69" r:id="rId2"/>
    <p:sldId id="257" r:id="rId3"/>
    <p:sldId id="258" r:id="rId4"/>
    <p:sldId id="259" r:id="rId5"/>
    <p:sldId id="260" r:id="rId6"/>
    <p:sldId id="268" r:id="rId7"/>
    <p:sldId id="270" r:id="rId8"/>
    <p:sldId id="262" r:id="rId9"/>
    <p:sldId id="264" r:id="rId10"/>
    <p:sldId id="265" r:id="rId11"/>
    <p:sldId id="266" r:id="rId1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EBCAC19-57C6-41F0-B56F-E94DA8CB898E}" v="903" dt="2026-04-17T13:28:34.554"/>
    <p1510:client id="{D152B038-EA4F-4316-9788-FC11DB6B27D9}" v="23" dt="2026-04-16T13:08:58.663"/>
    <p1510:client id="{F17F67F8-ED4B-4137-B837-EFDE1C0EEB61}" v="304" dt="2026-04-17T15:25:43.32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ehra Aman" userId="6a074406e09099cd" providerId="Windows Live" clId="Web-{8B1140BB-FB34-4B3F-9AC3-F74451B80822}"/>
    <pc:docChg chg="modSld">
      <pc:chgData name="Zehra Aman" userId="6a074406e09099cd" providerId="Windows Live" clId="Web-{8B1140BB-FB34-4B3F-9AC3-F74451B80822}" dt="2026-04-13T12:26:34.968" v="24" actId="20577"/>
      <pc:docMkLst>
        <pc:docMk/>
      </pc:docMkLst>
      <pc:sldChg chg="modSp">
        <pc:chgData name="Zehra Aman" userId="6a074406e09099cd" providerId="Windows Live" clId="Web-{8B1140BB-FB34-4B3F-9AC3-F74451B80822}" dt="2026-04-13T12:17:58.015" v="8" actId="20577"/>
        <pc:sldMkLst>
          <pc:docMk/>
          <pc:sldMk cId="0" sldId="258"/>
        </pc:sldMkLst>
        <pc:spChg chg="mod">
          <ac:chgData name="Zehra Aman" userId="6a074406e09099cd" providerId="Windows Live" clId="Web-{8B1140BB-FB34-4B3F-9AC3-F74451B80822}" dt="2026-04-13T12:17:58.015" v="8" actId="20577"/>
          <ac:spMkLst>
            <pc:docMk/>
            <pc:sldMk cId="0" sldId="258"/>
            <ac:spMk id="6" creationId="{C4E6022B-7813-0277-90AA-6183A4524824}"/>
          </ac:spMkLst>
        </pc:spChg>
      </pc:sldChg>
      <pc:sldChg chg="modSp">
        <pc:chgData name="Zehra Aman" userId="6a074406e09099cd" providerId="Windows Live" clId="Web-{8B1140BB-FB34-4B3F-9AC3-F74451B80822}" dt="2026-04-13T12:26:34.968" v="24" actId="20577"/>
        <pc:sldMkLst>
          <pc:docMk/>
          <pc:sldMk cId="0" sldId="260"/>
        </pc:sldMkLst>
        <pc:spChg chg="mod">
          <ac:chgData name="Zehra Aman" userId="6a074406e09099cd" providerId="Windows Live" clId="Web-{8B1140BB-FB34-4B3F-9AC3-F74451B80822}" dt="2026-04-13T12:26:34.968" v="24" actId="20577"/>
          <ac:spMkLst>
            <pc:docMk/>
            <pc:sldMk cId="0" sldId="260"/>
            <ac:spMk id="6" creationId="{482795C3-2C32-3C9F-A9C1-7CDBF714D2BC}"/>
          </ac:spMkLst>
        </pc:spChg>
      </pc:sldChg>
    </pc:docChg>
  </pc:docChgLst>
  <pc:docChgLst>
    <pc:chgData name="Zehra Aman" userId="6a074406e09099cd" providerId="Windows Live" clId="Web-{B4A608BB-AD6C-4092-AF3A-2F0357630641}"/>
    <pc:docChg chg="modSld">
      <pc:chgData name="Zehra Aman" userId="6a074406e09099cd" providerId="Windows Live" clId="Web-{B4A608BB-AD6C-4092-AF3A-2F0357630641}" dt="2026-04-14T12:05:27.411" v="16" actId="20577"/>
      <pc:docMkLst>
        <pc:docMk/>
      </pc:docMkLst>
      <pc:sldChg chg="modSp">
        <pc:chgData name="Zehra Aman" userId="6a074406e09099cd" providerId="Windows Live" clId="Web-{B4A608BB-AD6C-4092-AF3A-2F0357630641}" dt="2026-04-14T12:05:27.411" v="16" actId="20577"/>
        <pc:sldMkLst>
          <pc:docMk/>
          <pc:sldMk cId="0" sldId="260"/>
        </pc:sldMkLst>
        <pc:spChg chg="mod">
          <ac:chgData name="Zehra Aman" userId="6a074406e09099cd" providerId="Windows Live" clId="Web-{B4A608BB-AD6C-4092-AF3A-2F0357630641}" dt="2026-04-14T12:05:27.411" v="16" actId="20577"/>
          <ac:spMkLst>
            <pc:docMk/>
            <pc:sldMk cId="0" sldId="260"/>
            <ac:spMk id="6" creationId="{482795C3-2C32-3C9F-A9C1-7CDBF714D2BC}"/>
          </ac:spMkLst>
        </pc:spChg>
      </pc:sldChg>
    </pc:docChg>
  </pc:docChgLst>
  <pc:docChgLst>
    <pc:chgData name="Zehra Aman" userId="6a074406e09099cd" providerId="Windows Live" clId="Web-{F17F67F8-ED4B-4137-B837-EFDE1C0EEB61}"/>
    <pc:docChg chg="delSld modSld">
      <pc:chgData name="Zehra Aman" userId="6a074406e09099cd" providerId="Windows Live" clId="Web-{F17F67F8-ED4B-4137-B837-EFDE1C0EEB61}" dt="2026-04-17T15:25:43.327" v="244" actId="1076"/>
      <pc:docMkLst>
        <pc:docMk/>
      </pc:docMkLst>
      <pc:sldChg chg="modSp">
        <pc:chgData name="Zehra Aman" userId="6a074406e09099cd" providerId="Windows Live" clId="Web-{F17F67F8-ED4B-4137-B837-EFDE1C0EEB61}" dt="2026-04-17T14:40:43.618" v="46" actId="1076"/>
        <pc:sldMkLst>
          <pc:docMk/>
          <pc:sldMk cId="0" sldId="258"/>
        </pc:sldMkLst>
        <pc:spChg chg="mod">
          <ac:chgData name="Zehra Aman" userId="6a074406e09099cd" providerId="Windows Live" clId="Web-{F17F67F8-ED4B-4137-B837-EFDE1C0EEB61}" dt="2026-04-17T14:40:43.618" v="46" actId="1076"/>
          <ac:spMkLst>
            <pc:docMk/>
            <pc:sldMk cId="0" sldId="258"/>
            <ac:spMk id="6" creationId="{C4E6022B-7813-0277-90AA-6183A4524824}"/>
          </ac:spMkLst>
        </pc:spChg>
      </pc:sldChg>
      <pc:sldChg chg="modSp">
        <pc:chgData name="Zehra Aman" userId="6a074406e09099cd" providerId="Windows Live" clId="Web-{F17F67F8-ED4B-4137-B837-EFDE1C0EEB61}" dt="2026-04-17T14:41:23.886" v="54" actId="20577"/>
        <pc:sldMkLst>
          <pc:docMk/>
          <pc:sldMk cId="0" sldId="259"/>
        </pc:sldMkLst>
        <pc:spChg chg="mod">
          <ac:chgData name="Zehra Aman" userId="6a074406e09099cd" providerId="Windows Live" clId="Web-{F17F67F8-ED4B-4137-B837-EFDE1C0EEB61}" dt="2026-04-17T14:41:23.886" v="54" actId="20577"/>
          <ac:spMkLst>
            <pc:docMk/>
            <pc:sldMk cId="0" sldId="259"/>
            <ac:spMk id="6" creationId="{EE76AC24-5CB7-D860-6A01-E6D8ABD38610}"/>
          </ac:spMkLst>
        </pc:spChg>
      </pc:sldChg>
      <pc:sldChg chg="modSp">
        <pc:chgData name="Zehra Aman" userId="6a074406e09099cd" providerId="Windows Live" clId="Web-{F17F67F8-ED4B-4137-B837-EFDE1C0EEB61}" dt="2026-04-17T14:42:06.326" v="56" actId="20577"/>
        <pc:sldMkLst>
          <pc:docMk/>
          <pc:sldMk cId="0" sldId="260"/>
        </pc:sldMkLst>
        <pc:spChg chg="mod">
          <ac:chgData name="Zehra Aman" userId="6a074406e09099cd" providerId="Windows Live" clId="Web-{F17F67F8-ED4B-4137-B837-EFDE1C0EEB61}" dt="2026-04-17T14:42:06.326" v="56" actId="20577"/>
          <ac:spMkLst>
            <pc:docMk/>
            <pc:sldMk cId="0" sldId="260"/>
            <ac:spMk id="6" creationId="{482795C3-2C32-3C9F-A9C1-7CDBF714D2BC}"/>
          </ac:spMkLst>
        </pc:spChg>
      </pc:sldChg>
      <pc:sldChg chg="addSp delSp modSp">
        <pc:chgData name="Zehra Aman" userId="6a074406e09099cd" providerId="Windows Live" clId="Web-{F17F67F8-ED4B-4137-B837-EFDE1C0EEB61}" dt="2026-04-17T14:53:36.263" v="147" actId="1076"/>
        <pc:sldMkLst>
          <pc:docMk/>
          <pc:sldMk cId="0" sldId="262"/>
        </pc:sldMkLst>
        <pc:spChg chg="del">
          <ac:chgData name="Zehra Aman" userId="6a074406e09099cd" providerId="Windows Live" clId="Web-{F17F67F8-ED4B-4137-B837-EFDE1C0EEB61}" dt="2026-04-17T14:48:06.868" v="114"/>
          <ac:spMkLst>
            <pc:docMk/>
            <pc:sldMk cId="0" sldId="262"/>
            <ac:spMk id="11" creationId="{00000000-0000-0000-0000-000000000000}"/>
          </ac:spMkLst>
        </pc:spChg>
        <pc:spChg chg="mod">
          <ac:chgData name="Zehra Aman" userId="6a074406e09099cd" providerId="Windows Live" clId="Web-{F17F67F8-ED4B-4137-B837-EFDE1C0EEB61}" dt="2026-04-17T14:48:15.774" v="116" actId="20577"/>
          <ac:spMkLst>
            <pc:docMk/>
            <pc:sldMk cId="0" sldId="262"/>
            <ac:spMk id="16" creationId="{00000000-0000-0000-0000-000000000000}"/>
          </ac:spMkLst>
        </pc:spChg>
        <pc:spChg chg="mod">
          <ac:chgData name="Zehra Aman" userId="6a074406e09099cd" providerId="Windows Live" clId="Web-{F17F67F8-ED4B-4137-B837-EFDE1C0EEB61}" dt="2026-04-17T14:48:32.025" v="119" actId="20577"/>
          <ac:spMkLst>
            <pc:docMk/>
            <pc:sldMk cId="0" sldId="262"/>
            <ac:spMk id="21" creationId="{00000000-0000-0000-0000-000000000000}"/>
          </ac:spMkLst>
        </pc:spChg>
        <pc:spChg chg="add mod">
          <ac:chgData name="Zehra Aman" userId="6a074406e09099cd" providerId="Windows Live" clId="Web-{F17F67F8-ED4B-4137-B837-EFDE1C0EEB61}" dt="2026-04-17T14:52:30.153" v="128" actId="20577"/>
          <ac:spMkLst>
            <pc:docMk/>
            <pc:sldMk cId="0" sldId="262"/>
            <ac:spMk id="22" creationId="{9F179787-8724-9B66-1F6D-27A7FBBE5B85}"/>
          </ac:spMkLst>
        </pc:spChg>
        <pc:spChg chg="del mod">
          <ac:chgData name="Zehra Aman" userId="6a074406e09099cd" providerId="Windows Live" clId="Web-{F17F67F8-ED4B-4137-B837-EFDE1C0EEB61}" dt="2026-04-17T14:48:02.118" v="113"/>
          <ac:spMkLst>
            <pc:docMk/>
            <pc:sldMk cId="0" sldId="262"/>
            <ac:spMk id="23" creationId="{9E2D2829-9C5A-C2DB-63CE-740F03D32A73}"/>
          </ac:spMkLst>
        </pc:spChg>
        <pc:spChg chg="add mod">
          <ac:chgData name="Zehra Aman" userId="6a074406e09099cd" providerId="Windows Live" clId="Web-{F17F67F8-ED4B-4137-B837-EFDE1C0EEB61}" dt="2026-04-17T14:53:14.950" v="141" actId="20577"/>
          <ac:spMkLst>
            <pc:docMk/>
            <pc:sldMk cId="0" sldId="262"/>
            <ac:spMk id="24" creationId="{D72D99F6-E793-EB07-DC24-F675B2096629}"/>
          </ac:spMkLst>
        </pc:spChg>
        <pc:spChg chg="mod">
          <ac:chgData name="Zehra Aman" userId="6a074406e09099cd" providerId="Windows Live" clId="Web-{F17F67F8-ED4B-4137-B837-EFDE1C0EEB61}" dt="2026-04-17T14:48:11.790" v="115" actId="20577"/>
          <ac:spMkLst>
            <pc:docMk/>
            <pc:sldMk cId="0" sldId="262"/>
            <ac:spMk id="25" creationId="{EF41F119-024F-CD76-29AC-F3A34A486A8C}"/>
          </ac:spMkLst>
        </pc:spChg>
        <pc:spChg chg="add mod">
          <ac:chgData name="Zehra Aman" userId="6a074406e09099cd" providerId="Windows Live" clId="Web-{F17F67F8-ED4B-4137-B837-EFDE1C0EEB61}" dt="2026-04-17T14:53:36.263" v="147" actId="1076"/>
          <ac:spMkLst>
            <pc:docMk/>
            <pc:sldMk cId="0" sldId="262"/>
            <ac:spMk id="26" creationId="{594AADDE-CF44-C0A4-3C4B-BBC4FC2B7D36}"/>
          </ac:spMkLst>
        </pc:spChg>
        <pc:spChg chg="mod">
          <ac:chgData name="Zehra Aman" userId="6a074406e09099cd" providerId="Windows Live" clId="Web-{F17F67F8-ED4B-4137-B837-EFDE1C0EEB61}" dt="2026-04-17T14:48:23.087" v="117" actId="20577"/>
          <ac:spMkLst>
            <pc:docMk/>
            <pc:sldMk cId="0" sldId="262"/>
            <ac:spMk id="27" creationId="{4D2B694C-39E9-C962-5FE1-6D65606ED7C9}"/>
          </ac:spMkLst>
        </pc:spChg>
        <pc:picChg chg="del">
          <ac:chgData name="Zehra Aman" userId="6a074406e09099cd" providerId="Windows Live" clId="Web-{F17F67F8-ED4B-4137-B837-EFDE1C0EEB61}" dt="2026-04-17T14:47:46.149" v="108"/>
          <ac:picMkLst>
            <pc:docMk/>
            <pc:sldMk cId="0" sldId="262"/>
            <ac:picMk id="28" creationId="{298EECA1-E994-37BE-4321-ABB701E5EFAD}"/>
          </ac:picMkLst>
        </pc:picChg>
        <pc:picChg chg="del">
          <ac:chgData name="Zehra Aman" userId="6a074406e09099cd" providerId="Windows Live" clId="Web-{F17F67F8-ED4B-4137-B837-EFDE1C0EEB61}" dt="2026-04-17T14:47:47.758" v="109"/>
          <ac:picMkLst>
            <pc:docMk/>
            <pc:sldMk cId="0" sldId="262"/>
            <ac:picMk id="29" creationId="{EE42C955-B0E8-9100-3AD5-3A1506CD37B6}"/>
          </ac:picMkLst>
        </pc:picChg>
        <pc:picChg chg="del">
          <ac:chgData name="Zehra Aman" userId="6a074406e09099cd" providerId="Windows Live" clId="Web-{F17F67F8-ED4B-4137-B837-EFDE1C0EEB61}" dt="2026-04-17T14:47:49.930" v="110"/>
          <ac:picMkLst>
            <pc:docMk/>
            <pc:sldMk cId="0" sldId="262"/>
            <ac:picMk id="30" creationId="{397666BE-86B7-37BC-ACF4-C45B664AD847}"/>
          </ac:picMkLst>
        </pc:picChg>
      </pc:sldChg>
      <pc:sldChg chg="del">
        <pc:chgData name="Zehra Aman" userId="6a074406e09099cd" providerId="Windows Live" clId="Web-{F17F67F8-ED4B-4137-B837-EFDE1C0EEB61}" dt="2026-04-17T14:53:42.263" v="148"/>
        <pc:sldMkLst>
          <pc:docMk/>
          <pc:sldMk cId="0" sldId="263"/>
        </pc:sldMkLst>
      </pc:sldChg>
      <pc:sldChg chg="addSp delSp modSp">
        <pc:chgData name="Zehra Aman" userId="6a074406e09099cd" providerId="Windows Live" clId="Web-{F17F67F8-ED4B-4137-B837-EFDE1C0EEB61}" dt="2026-04-17T14:56:10.333" v="176" actId="20577"/>
        <pc:sldMkLst>
          <pc:docMk/>
          <pc:sldMk cId="0" sldId="264"/>
        </pc:sldMkLst>
        <pc:spChg chg="del">
          <ac:chgData name="Zehra Aman" userId="6a074406e09099cd" providerId="Windows Live" clId="Web-{F17F67F8-ED4B-4137-B837-EFDE1C0EEB61}" dt="2026-04-17T14:54:59.873" v="166"/>
          <ac:spMkLst>
            <pc:docMk/>
            <pc:sldMk cId="0" sldId="264"/>
            <ac:spMk id="6" creationId="{00000000-0000-0000-0000-000000000000}"/>
          </ac:spMkLst>
        </pc:spChg>
        <pc:spChg chg="del">
          <ac:chgData name="Zehra Aman" userId="6a074406e09099cd" providerId="Windows Live" clId="Web-{F17F67F8-ED4B-4137-B837-EFDE1C0EEB61}" dt="2026-04-17T14:54:59.873" v="165"/>
          <ac:spMkLst>
            <pc:docMk/>
            <pc:sldMk cId="0" sldId="264"/>
            <ac:spMk id="7" creationId="{00000000-0000-0000-0000-000000000000}"/>
          </ac:spMkLst>
        </pc:spChg>
        <pc:spChg chg="del">
          <ac:chgData name="Zehra Aman" userId="6a074406e09099cd" providerId="Windows Live" clId="Web-{F17F67F8-ED4B-4137-B837-EFDE1C0EEB61}" dt="2026-04-17T14:54:59.873" v="164"/>
          <ac:spMkLst>
            <pc:docMk/>
            <pc:sldMk cId="0" sldId="264"/>
            <ac:spMk id="8" creationId="{00000000-0000-0000-0000-000000000000}"/>
          </ac:spMkLst>
        </pc:spChg>
        <pc:spChg chg="del">
          <ac:chgData name="Zehra Aman" userId="6a074406e09099cd" providerId="Windows Live" clId="Web-{F17F67F8-ED4B-4137-B837-EFDE1C0EEB61}" dt="2026-04-17T14:54:59.873" v="163"/>
          <ac:spMkLst>
            <pc:docMk/>
            <pc:sldMk cId="0" sldId="264"/>
            <ac:spMk id="9" creationId="{00000000-0000-0000-0000-000000000000}"/>
          </ac:spMkLst>
        </pc:spChg>
        <pc:spChg chg="del">
          <ac:chgData name="Zehra Aman" userId="6a074406e09099cd" providerId="Windows Live" clId="Web-{F17F67F8-ED4B-4137-B837-EFDE1C0EEB61}" dt="2026-04-17T14:54:59.873" v="162"/>
          <ac:spMkLst>
            <pc:docMk/>
            <pc:sldMk cId="0" sldId="264"/>
            <ac:spMk id="10" creationId="{00000000-0000-0000-0000-000000000000}"/>
          </ac:spMkLst>
        </pc:spChg>
        <pc:spChg chg="del">
          <ac:chgData name="Zehra Aman" userId="6a074406e09099cd" providerId="Windows Live" clId="Web-{F17F67F8-ED4B-4137-B837-EFDE1C0EEB61}" dt="2026-04-17T14:54:59.873" v="161"/>
          <ac:spMkLst>
            <pc:docMk/>
            <pc:sldMk cId="0" sldId="264"/>
            <ac:spMk id="11" creationId="{00000000-0000-0000-0000-000000000000}"/>
          </ac:spMkLst>
        </pc:spChg>
        <pc:spChg chg="del">
          <ac:chgData name="Zehra Aman" userId="6a074406e09099cd" providerId="Windows Live" clId="Web-{F17F67F8-ED4B-4137-B837-EFDE1C0EEB61}" dt="2026-04-17T14:54:59.873" v="160"/>
          <ac:spMkLst>
            <pc:docMk/>
            <pc:sldMk cId="0" sldId="264"/>
            <ac:spMk id="12" creationId="{00000000-0000-0000-0000-000000000000}"/>
          </ac:spMkLst>
        </pc:spChg>
        <pc:spChg chg="del">
          <ac:chgData name="Zehra Aman" userId="6a074406e09099cd" providerId="Windows Live" clId="Web-{F17F67F8-ED4B-4137-B837-EFDE1C0EEB61}" dt="2026-04-17T14:55:02.842" v="167"/>
          <ac:spMkLst>
            <pc:docMk/>
            <pc:sldMk cId="0" sldId="264"/>
            <ac:spMk id="13" creationId="{00000000-0000-0000-0000-000000000000}"/>
          </ac:spMkLst>
        </pc:spChg>
        <pc:spChg chg="mod">
          <ac:chgData name="Zehra Aman" userId="6a074406e09099cd" providerId="Windows Live" clId="Web-{F17F67F8-ED4B-4137-B837-EFDE1C0EEB61}" dt="2026-04-17T14:56:10.333" v="176" actId="20577"/>
          <ac:spMkLst>
            <pc:docMk/>
            <pc:sldMk cId="0" sldId="264"/>
            <ac:spMk id="14" creationId="{00000000-0000-0000-0000-000000000000}"/>
          </ac:spMkLst>
        </pc:spChg>
        <pc:spChg chg="del">
          <ac:chgData name="Zehra Aman" userId="6a074406e09099cd" providerId="Windows Live" clId="Web-{F17F67F8-ED4B-4137-B837-EFDE1C0EEB61}" dt="2026-04-17T14:54:59.873" v="159"/>
          <ac:spMkLst>
            <pc:docMk/>
            <pc:sldMk cId="0" sldId="264"/>
            <ac:spMk id="15" creationId="{00000000-0000-0000-0000-000000000000}"/>
          </ac:spMkLst>
        </pc:spChg>
        <pc:spChg chg="del">
          <ac:chgData name="Zehra Aman" userId="6a074406e09099cd" providerId="Windows Live" clId="Web-{F17F67F8-ED4B-4137-B837-EFDE1C0EEB61}" dt="2026-04-17T14:54:59.873" v="158"/>
          <ac:spMkLst>
            <pc:docMk/>
            <pc:sldMk cId="0" sldId="264"/>
            <ac:spMk id="16" creationId="{00000000-0000-0000-0000-000000000000}"/>
          </ac:spMkLst>
        </pc:spChg>
        <pc:spChg chg="del">
          <ac:chgData name="Zehra Aman" userId="6a074406e09099cd" providerId="Windows Live" clId="Web-{F17F67F8-ED4B-4137-B837-EFDE1C0EEB61}" dt="2026-04-17T14:54:59.873" v="157"/>
          <ac:spMkLst>
            <pc:docMk/>
            <pc:sldMk cId="0" sldId="264"/>
            <ac:spMk id="17" creationId="{00000000-0000-0000-0000-000000000000}"/>
          </ac:spMkLst>
        </pc:spChg>
        <pc:spChg chg="del">
          <ac:chgData name="Zehra Aman" userId="6a074406e09099cd" providerId="Windows Live" clId="Web-{F17F67F8-ED4B-4137-B837-EFDE1C0EEB61}" dt="2026-04-17T14:54:59.873" v="156"/>
          <ac:spMkLst>
            <pc:docMk/>
            <pc:sldMk cId="0" sldId="264"/>
            <ac:spMk id="18" creationId="{00000000-0000-0000-0000-000000000000}"/>
          </ac:spMkLst>
        </pc:spChg>
        <pc:spChg chg="del">
          <ac:chgData name="Zehra Aman" userId="6a074406e09099cd" providerId="Windows Live" clId="Web-{F17F67F8-ED4B-4137-B837-EFDE1C0EEB61}" dt="2026-04-17T14:54:59.873" v="155"/>
          <ac:spMkLst>
            <pc:docMk/>
            <pc:sldMk cId="0" sldId="264"/>
            <ac:spMk id="19" creationId="{00000000-0000-0000-0000-000000000000}"/>
          </ac:spMkLst>
        </pc:spChg>
        <pc:picChg chg="add mod ord">
          <ac:chgData name="Zehra Aman" userId="6a074406e09099cd" providerId="Windows Live" clId="Web-{F17F67F8-ED4B-4137-B837-EFDE1C0EEB61}" dt="2026-04-17T14:55:21.094" v="171"/>
          <ac:picMkLst>
            <pc:docMk/>
            <pc:sldMk cId="0" sldId="264"/>
            <ac:picMk id="20" creationId="{E80E0A31-3662-9D53-B5AC-0C557B32F478}"/>
          </ac:picMkLst>
        </pc:picChg>
      </pc:sldChg>
      <pc:sldChg chg="addSp delSp modSp">
        <pc:chgData name="Zehra Aman" userId="6a074406e09099cd" providerId="Windows Live" clId="Web-{F17F67F8-ED4B-4137-B837-EFDE1C0EEB61}" dt="2026-04-17T15:25:43.327" v="244" actId="1076"/>
        <pc:sldMkLst>
          <pc:docMk/>
          <pc:sldMk cId="0" sldId="265"/>
        </pc:sldMkLst>
        <pc:spChg chg="del">
          <ac:chgData name="Zehra Aman" userId="6a074406e09099cd" providerId="Windows Live" clId="Web-{F17F67F8-ED4B-4137-B837-EFDE1C0EEB61}" dt="2026-04-17T15:24:52.639" v="236"/>
          <ac:spMkLst>
            <pc:docMk/>
            <pc:sldMk cId="0" sldId="265"/>
            <ac:spMk id="6" creationId="{00000000-0000-0000-0000-000000000000}"/>
          </ac:spMkLst>
        </pc:spChg>
        <pc:spChg chg="del">
          <ac:chgData name="Zehra Aman" userId="6a074406e09099cd" providerId="Windows Live" clId="Web-{F17F67F8-ED4B-4137-B837-EFDE1C0EEB61}" dt="2026-04-17T15:24:47.451" v="235"/>
          <ac:spMkLst>
            <pc:docMk/>
            <pc:sldMk cId="0" sldId="265"/>
            <ac:spMk id="7" creationId="{00000000-0000-0000-0000-000000000000}"/>
          </ac:spMkLst>
        </pc:spChg>
        <pc:spChg chg="del">
          <ac:chgData name="Zehra Aman" userId="6a074406e09099cd" providerId="Windows Live" clId="Web-{F17F67F8-ED4B-4137-B837-EFDE1C0EEB61}" dt="2026-04-17T15:24:47.451" v="234"/>
          <ac:spMkLst>
            <pc:docMk/>
            <pc:sldMk cId="0" sldId="265"/>
            <ac:spMk id="8" creationId="{00000000-0000-0000-0000-000000000000}"/>
          </ac:spMkLst>
        </pc:spChg>
        <pc:spChg chg="del">
          <ac:chgData name="Zehra Aman" userId="6a074406e09099cd" providerId="Windows Live" clId="Web-{F17F67F8-ED4B-4137-B837-EFDE1C0EEB61}" dt="2026-04-17T15:24:47.451" v="233"/>
          <ac:spMkLst>
            <pc:docMk/>
            <pc:sldMk cId="0" sldId="265"/>
            <ac:spMk id="9" creationId="{00000000-0000-0000-0000-000000000000}"/>
          </ac:spMkLst>
        </pc:spChg>
        <pc:spChg chg="del">
          <ac:chgData name="Zehra Aman" userId="6a074406e09099cd" providerId="Windows Live" clId="Web-{F17F67F8-ED4B-4137-B837-EFDE1C0EEB61}" dt="2026-04-17T15:24:47.451" v="232"/>
          <ac:spMkLst>
            <pc:docMk/>
            <pc:sldMk cId="0" sldId="265"/>
            <ac:spMk id="10" creationId="{00000000-0000-0000-0000-000000000000}"/>
          </ac:spMkLst>
        </pc:spChg>
        <pc:spChg chg="del">
          <ac:chgData name="Zehra Aman" userId="6a074406e09099cd" providerId="Windows Live" clId="Web-{F17F67F8-ED4B-4137-B837-EFDE1C0EEB61}" dt="2026-04-17T15:24:47.451" v="231"/>
          <ac:spMkLst>
            <pc:docMk/>
            <pc:sldMk cId="0" sldId="265"/>
            <ac:spMk id="11" creationId="{00000000-0000-0000-0000-000000000000}"/>
          </ac:spMkLst>
        </pc:spChg>
        <pc:spChg chg="del">
          <ac:chgData name="Zehra Aman" userId="6a074406e09099cd" providerId="Windows Live" clId="Web-{F17F67F8-ED4B-4137-B837-EFDE1C0EEB61}" dt="2026-04-17T15:24:47.451" v="230"/>
          <ac:spMkLst>
            <pc:docMk/>
            <pc:sldMk cId="0" sldId="265"/>
            <ac:spMk id="12" creationId="{00000000-0000-0000-0000-000000000000}"/>
          </ac:spMkLst>
        </pc:spChg>
        <pc:spChg chg="del mod">
          <ac:chgData name="Zehra Aman" userId="6a074406e09099cd" providerId="Windows Live" clId="Web-{F17F67F8-ED4B-4137-B837-EFDE1C0EEB61}" dt="2026-04-17T15:24:55.482" v="238"/>
          <ac:spMkLst>
            <pc:docMk/>
            <pc:sldMk cId="0" sldId="265"/>
            <ac:spMk id="13" creationId="{00000000-0000-0000-0000-000000000000}"/>
          </ac:spMkLst>
        </pc:spChg>
        <pc:spChg chg="del">
          <ac:chgData name="Zehra Aman" userId="6a074406e09099cd" providerId="Windows Live" clId="Web-{F17F67F8-ED4B-4137-B837-EFDE1C0EEB61}" dt="2026-04-17T15:24:47.451" v="229"/>
          <ac:spMkLst>
            <pc:docMk/>
            <pc:sldMk cId="0" sldId="265"/>
            <ac:spMk id="15" creationId="{00000000-0000-0000-0000-000000000000}"/>
          </ac:spMkLst>
        </pc:spChg>
        <pc:spChg chg="del">
          <ac:chgData name="Zehra Aman" userId="6a074406e09099cd" providerId="Windows Live" clId="Web-{F17F67F8-ED4B-4137-B837-EFDE1C0EEB61}" dt="2026-04-17T15:24:47.451" v="228"/>
          <ac:spMkLst>
            <pc:docMk/>
            <pc:sldMk cId="0" sldId="265"/>
            <ac:spMk id="16" creationId="{00000000-0000-0000-0000-000000000000}"/>
          </ac:spMkLst>
        </pc:spChg>
        <pc:spChg chg="del">
          <ac:chgData name="Zehra Aman" userId="6a074406e09099cd" providerId="Windows Live" clId="Web-{F17F67F8-ED4B-4137-B837-EFDE1C0EEB61}" dt="2026-04-17T15:24:47.451" v="227"/>
          <ac:spMkLst>
            <pc:docMk/>
            <pc:sldMk cId="0" sldId="265"/>
            <ac:spMk id="17" creationId="{00000000-0000-0000-0000-000000000000}"/>
          </ac:spMkLst>
        </pc:spChg>
        <pc:spChg chg="mod">
          <ac:chgData name="Zehra Aman" userId="6a074406e09099cd" providerId="Windows Live" clId="Web-{F17F67F8-ED4B-4137-B837-EFDE1C0EEB61}" dt="2026-04-17T15:22:24.743" v="226" actId="1076"/>
          <ac:spMkLst>
            <pc:docMk/>
            <pc:sldMk cId="0" sldId="265"/>
            <ac:spMk id="18" creationId="{8C7A7E74-ABB5-6664-2EA7-11C1F0D749E0}"/>
          </ac:spMkLst>
        </pc:spChg>
        <pc:picChg chg="add mod">
          <ac:chgData name="Zehra Aman" userId="6a074406e09099cd" providerId="Windows Live" clId="Web-{F17F67F8-ED4B-4137-B837-EFDE1C0EEB61}" dt="2026-04-17T15:25:43.327" v="244" actId="1076"/>
          <ac:picMkLst>
            <pc:docMk/>
            <pc:sldMk cId="0" sldId="265"/>
            <ac:picMk id="19" creationId="{CC88191E-471A-616D-78DC-B0562795AB72}"/>
          </ac:picMkLst>
        </pc:picChg>
      </pc:sldChg>
      <pc:sldChg chg="del">
        <pc:chgData name="Zehra Aman" userId="6a074406e09099cd" providerId="Windows Live" clId="Web-{F17F67F8-ED4B-4137-B837-EFDE1C0EEB61}" dt="2026-04-17T14:42:44.859" v="74"/>
        <pc:sldMkLst>
          <pc:docMk/>
          <pc:sldMk cId="1649374154" sldId="267"/>
        </pc:sldMkLst>
      </pc:sldChg>
      <pc:sldChg chg="modSp">
        <pc:chgData name="Zehra Aman" userId="6a074406e09099cd" providerId="Windows Live" clId="Web-{F17F67F8-ED4B-4137-B837-EFDE1C0EEB61}" dt="2026-04-17T14:42:35.624" v="73" actId="20577"/>
        <pc:sldMkLst>
          <pc:docMk/>
          <pc:sldMk cId="1291146624" sldId="268"/>
        </pc:sldMkLst>
        <pc:spChg chg="mod">
          <ac:chgData name="Zehra Aman" userId="6a074406e09099cd" providerId="Windows Live" clId="Web-{F17F67F8-ED4B-4137-B837-EFDE1C0EEB61}" dt="2026-04-17T14:42:35.624" v="73" actId="20577"/>
          <ac:spMkLst>
            <pc:docMk/>
            <pc:sldMk cId="1291146624" sldId="268"/>
            <ac:spMk id="9" creationId="{AEB0585D-1692-05FE-D0EC-78A4FDFB84BE}"/>
          </ac:spMkLst>
        </pc:spChg>
      </pc:sldChg>
      <pc:sldChg chg="addSp modSp">
        <pc:chgData name="Zehra Aman" userId="6a074406e09099cd" providerId="Windows Live" clId="Web-{F17F67F8-ED4B-4137-B837-EFDE1C0EEB61}" dt="2026-04-17T14:47:27.695" v="107" actId="14100"/>
        <pc:sldMkLst>
          <pc:docMk/>
          <pc:sldMk cId="277316779" sldId="270"/>
        </pc:sldMkLst>
        <pc:picChg chg="add mod">
          <ac:chgData name="Zehra Aman" userId="6a074406e09099cd" providerId="Windows Live" clId="Web-{F17F67F8-ED4B-4137-B837-EFDE1C0EEB61}" dt="2026-04-17T14:45:00.207" v="87" actId="1076"/>
          <ac:picMkLst>
            <pc:docMk/>
            <pc:sldMk cId="277316779" sldId="270"/>
            <ac:picMk id="2" creationId="{1C30C6CC-FC0C-7D35-AB5C-B264EFC21604}"/>
          </ac:picMkLst>
        </pc:picChg>
        <pc:picChg chg="mod">
          <ac:chgData name="Zehra Aman" userId="6a074406e09099cd" providerId="Windows Live" clId="Web-{F17F67F8-ED4B-4137-B837-EFDE1C0EEB61}" dt="2026-04-17T14:44:35.582" v="86" actId="1076"/>
          <ac:picMkLst>
            <pc:docMk/>
            <pc:sldMk cId="277316779" sldId="270"/>
            <ac:picMk id="25" creationId="{AB6A5A57-DAF4-6EAF-4C41-32B0CDD7F4A0}"/>
          </ac:picMkLst>
        </pc:picChg>
        <pc:picChg chg="mod">
          <ac:chgData name="Zehra Aman" userId="6a074406e09099cd" providerId="Windows Live" clId="Web-{F17F67F8-ED4B-4137-B837-EFDE1C0EEB61}" dt="2026-04-17T14:45:05.442" v="89" actId="1076"/>
          <ac:picMkLst>
            <pc:docMk/>
            <pc:sldMk cId="277316779" sldId="270"/>
            <ac:picMk id="27" creationId="{E9C0E84C-3BC9-47D6-294B-CECE2E073E2D}"/>
          </ac:picMkLst>
        </pc:picChg>
        <pc:cxnChg chg="add mod">
          <ac:chgData name="Zehra Aman" userId="6a074406e09099cd" providerId="Windows Live" clId="Web-{F17F67F8-ED4B-4137-B837-EFDE1C0EEB61}" dt="2026-04-17T14:45:59.350" v="92" actId="14100"/>
          <ac:cxnSpMkLst>
            <pc:docMk/>
            <pc:sldMk cId="277316779" sldId="270"/>
            <ac:cxnSpMk id="4" creationId="{881802FD-CE69-28F6-195C-A50AE23F80AB}"/>
          </ac:cxnSpMkLst>
        </pc:cxnChg>
        <pc:cxnChg chg="add mod">
          <ac:chgData name="Zehra Aman" userId="6a074406e09099cd" providerId="Windows Live" clId="Web-{F17F67F8-ED4B-4137-B837-EFDE1C0EEB61}" dt="2026-04-17T14:46:09.600" v="94" actId="1076"/>
          <ac:cxnSpMkLst>
            <pc:docMk/>
            <pc:sldMk cId="277316779" sldId="270"/>
            <ac:cxnSpMk id="6" creationId="{E4461BC2-837F-3DF5-1696-7F425E0E5896}"/>
          </ac:cxnSpMkLst>
        </pc:cxnChg>
        <pc:cxnChg chg="add mod">
          <ac:chgData name="Zehra Aman" userId="6a074406e09099cd" providerId="Windows Live" clId="Web-{F17F67F8-ED4B-4137-B837-EFDE1C0EEB61}" dt="2026-04-17T14:46:21.569" v="97" actId="1076"/>
          <ac:cxnSpMkLst>
            <pc:docMk/>
            <pc:sldMk cId="277316779" sldId="270"/>
            <ac:cxnSpMk id="15" creationId="{F35E49A7-4A17-CF64-D6F5-8A795E0F4668}"/>
          </ac:cxnSpMkLst>
        </pc:cxnChg>
        <pc:cxnChg chg="add mod">
          <ac:chgData name="Zehra Aman" userId="6a074406e09099cd" providerId="Windows Live" clId="Web-{F17F67F8-ED4B-4137-B837-EFDE1C0EEB61}" dt="2026-04-17T14:46:50.866" v="102" actId="1076"/>
          <ac:cxnSpMkLst>
            <pc:docMk/>
            <pc:sldMk cId="277316779" sldId="270"/>
            <ac:cxnSpMk id="16" creationId="{1B6A4A04-0A04-2593-B0F0-9C9FD8DEE51B}"/>
          </ac:cxnSpMkLst>
        </pc:cxnChg>
        <pc:cxnChg chg="add mod">
          <ac:chgData name="Zehra Aman" userId="6a074406e09099cd" providerId="Windows Live" clId="Web-{F17F67F8-ED4B-4137-B837-EFDE1C0EEB61}" dt="2026-04-17T14:47:06.414" v="104" actId="1076"/>
          <ac:cxnSpMkLst>
            <pc:docMk/>
            <pc:sldMk cId="277316779" sldId="270"/>
            <ac:cxnSpMk id="17" creationId="{2AFF0617-CB8A-3C9C-C3CF-03BAB1B88382}"/>
          </ac:cxnSpMkLst>
        </pc:cxnChg>
        <pc:cxnChg chg="add mod">
          <ac:chgData name="Zehra Aman" userId="6a074406e09099cd" providerId="Windows Live" clId="Web-{F17F67F8-ED4B-4137-B837-EFDE1C0EEB61}" dt="2026-04-17T14:47:27.695" v="107" actId="14100"/>
          <ac:cxnSpMkLst>
            <pc:docMk/>
            <pc:sldMk cId="277316779" sldId="270"/>
            <ac:cxnSpMk id="18" creationId="{199C5414-1238-E23B-1FD7-0541036DE1F9}"/>
          </ac:cxnSpMkLst>
        </pc:cxnChg>
      </pc:sldChg>
    </pc:docChg>
  </pc:docChgLst>
  <pc:docChgLst>
    <pc:chgData name="Zehra Aman" userId="6a074406e09099cd" providerId="Windows Live" clId="Web-{15086F07-32FD-44E0-A550-DADF8B5D90B1}"/>
    <pc:docChg chg="addSld delSld modSld">
      <pc:chgData name="Zehra Aman" userId="6a074406e09099cd" providerId="Windows Live" clId="Web-{15086F07-32FD-44E0-A550-DADF8B5D90B1}" dt="2026-04-09T12:43:09.641" v="220" actId="1076"/>
      <pc:docMkLst>
        <pc:docMk/>
      </pc:docMkLst>
      <pc:sldChg chg="addSp delSp modSp">
        <pc:chgData name="Zehra Aman" userId="6a074406e09099cd" providerId="Windows Live" clId="Web-{15086F07-32FD-44E0-A550-DADF8B5D90B1}" dt="2026-04-09T12:33:30.531" v="83" actId="1076"/>
        <pc:sldMkLst>
          <pc:docMk/>
          <pc:sldMk cId="0" sldId="258"/>
        </pc:sldMkLst>
        <pc:spChg chg="add mod">
          <ac:chgData name="Zehra Aman" userId="6a074406e09099cd" providerId="Windows Live" clId="Web-{15086F07-32FD-44E0-A550-DADF8B5D90B1}" dt="2026-04-09T12:33:30.531" v="83" actId="1076"/>
          <ac:spMkLst>
            <pc:docMk/>
            <pc:sldMk cId="0" sldId="258"/>
            <ac:spMk id="6" creationId="{C4E6022B-7813-0277-90AA-6183A4524824}"/>
          </ac:spMkLst>
        </pc:spChg>
      </pc:sldChg>
      <pc:sldChg chg="addSp delSp modSp">
        <pc:chgData name="Zehra Aman" userId="6a074406e09099cd" providerId="Windows Live" clId="Web-{15086F07-32FD-44E0-A550-DADF8B5D90B1}" dt="2026-04-09T12:34:40.938" v="96" actId="20577"/>
        <pc:sldMkLst>
          <pc:docMk/>
          <pc:sldMk cId="0" sldId="259"/>
        </pc:sldMkLst>
        <pc:spChg chg="add mod">
          <ac:chgData name="Zehra Aman" userId="6a074406e09099cd" providerId="Windows Live" clId="Web-{15086F07-32FD-44E0-A550-DADF8B5D90B1}" dt="2026-04-09T12:34:40.938" v="96" actId="20577"/>
          <ac:spMkLst>
            <pc:docMk/>
            <pc:sldMk cId="0" sldId="259"/>
            <ac:spMk id="6" creationId="{EE76AC24-5CB7-D860-6A01-E6D8ABD38610}"/>
          </ac:spMkLst>
        </pc:spChg>
      </pc:sldChg>
      <pc:sldChg chg="addSp delSp modSp">
        <pc:chgData name="Zehra Aman" userId="6a074406e09099cd" providerId="Windows Live" clId="Web-{15086F07-32FD-44E0-A550-DADF8B5D90B1}" dt="2026-04-09T12:35:18.394" v="102" actId="1076"/>
        <pc:sldMkLst>
          <pc:docMk/>
          <pc:sldMk cId="0" sldId="260"/>
        </pc:sldMkLst>
        <pc:spChg chg="add mod">
          <ac:chgData name="Zehra Aman" userId="6a074406e09099cd" providerId="Windows Live" clId="Web-{15086F07-32FD-44E0-A550-DADF8B5D90B1}" dt="2026-04-09T12:35:18.394" v="102" actId="1076"/>
          <ac:spMkLst>
            <pc:docMk/>
            <pc:sldMk cId="0" sldId="260"/>
            <ac:spMk id="6" creationId="{482795C3-2C32-3C9F-A9C1-7CDBF714D2BC}"/>
          </ac:spMkLst>
        </pc:spChg>
      </pc:sldChg>
      <pc:sldChg chg="addSp delSp modSp">
        <pc:chgData name="Zehra Aman" userId="6a074406e09099cd" providerId="Windows Live" clId="Web-{15086F07-32FD-44E0-A550-DADF8B5D90B1}" dt="2026-04-09T12:41:37.122" v="208" actId="1076"/>
        <pc:sldMkLst>
          <pc:docMk/>
          <pc:sldMk cId="0" sldId="262"/>
        </pc:sldMkLst>
        <pc:spChg chg="mod">
          <ac:chgData name="Zehra Aman" userId="6a074406e09099cd" providerId="Windows Live" clId="Web-{15086F07-32FD-44E0-A550-DADF8B5D90B1}" dt="2026-04-09T12:40:17.869" v="171" actId="1076"/>
          <ac:spMkLst>
            <pc:docMk/>
            <pc:sldMk cId="0" sldId="262"/>
            <ac:spMk id="10" creationId="{00000000-0000-0000-0000-000000000000}"/>
          </ac:spMkLst>
        </pc:spChg>
        <pc:spChg chg="mod">
          <ac:chgData name="Zehra Aman" userId="6a074406e09099cd" providerId="Windows Live" clId="Web-{15086F07-32FD-44E0-A550-DADF8B5D90B1}" dt="2026-04-09T12:40:48.480" v="185" actId="1076"/>
          <ac:spMkLst>
            <pc:docMk/>
            <pc:sldMk cId="0" sldId="262"/>
            <ac:spMk id="15" creationId="{00000000-0000-0000-0000-000000000000}"/>
          </ac:spMkLst>
        </pc:spChg>
        <pc:spChg chg="mod">
          <ac:chgData name="Zehra Aman" userId="6a074406e09099cd" providerId="Windows Live" clId="Web-{15086F07-32FD-44E0-A550-DADF8B5D90B1}" dt="2026-04-09T12:41:31.560" v="207" actId="1076"/>
          <ac:spMkLst>
            <pc:docMk/>
            <pc:sldMk cId="0" sldId="262"/>
            <ac:spMk id="20" creationId="{00000000-0000-0000-0000-000000000000}"/>
          </ac:spMkLst>
        </pc:spChg>
        <pc:spChg chg="add mod">
          <ac:chgData name="Zehra Aman" userId="6a074406e09099cd" providerId="Windows Live" clId="Web-{15086F07-32FD-44E0-A550-DADF8B5D90B1}" dt="2026-04-09T12:39:23.148" v="146" actId="1076"/>
          <ac:spMkLst>
            <pc:docMk/>
            <pc:sldMk cId="0" sldId="262"/>
            <ac:spMk id="25" creationId="{EF41F119-024F-CD76-29AC-F3A34A486A8C}"/>
          </ac:spMkLst>
        </pc:spChg>
        <pc:spChg chg="add mod">
          <ac:chgData name="Zehra Aman" userId="6a074406e09099cd" providerId="Windows Live" clId="Web-{15086F07-32FD-44E0-A550-DADF8B5D90B1}" dt="2026-04-09T12:39:23.179" v="148" actId="1076"/>
          <ac:spMkLst>
            <pc:docMk/>
            <pc:sldMk cId="0" sldId="262"/>
            <ac:spMk id="27" creationId="{4D2B694C-39E9-C962-5FE1-6D65606ED7C9}"/>
          </ac:spMkLst>
        </pc:spChg>
      </pc:sldChg>
      <pc:sldChg chg="modSp">
        <pc:chgData name="Zehra Aman" userId="6a074406e09099cd" providerId="Windows Live" clId="Web-{15086F07-32FD-44E0-A550-DADF8B5D90B1}" dt="2026-04-09T12:42:35.062" v="217" actId="1076"/>
        <pc:sldMkLst>
          <pc:docMk/>
          <pc:sldMk cId="0" sldId="264"/>
        </pc:sldMkLst>
        <pc:spChg chg="mod">
          <ac:chgData name="Zehra Aman" userId="6a074406e09099cd" providerId="Windows Live" clId="Web-{15086F07-32FD-44E0-A550-DADF8B5D90B1}" dt="2026-04-09T12:42:35.062" v="217" actId="1076"/>
          <ac:spMkLst>
            <pc:docMk/>
            <pc:sldMk cId="0" sldId="264"/>
            <ac:spMk id="14" creationId="{00000000-0000-0000-0000-000000000000}"/>
          </ac:spMkLst>
        </pc:spChg>
      </pc:sldChg>
      <pc:sldChg chg="addSp modSp">
        <pc:chgData name="Zehra Aman" userId="6a074406e09099cd" providerId="Windows Live" clId="Web-{15086F07-32FD-44E0-A550-DADF8B5D90B1}" dt="2026-04-09T12:43:09.641" v="220" actId="1076"/>
        <pc:sldMkLst>
          <pc:docMk/>
          <pc:sldMk cId="0" sldId="265"/>
        </pc:sldMkLst>
        <pc:spChg chg="mod">
          <ac:chgData name="Zehra Aman" userId="6a074406e09099cd" providerId="Windows Live" clId="Web-{15086F07-32FD-44E0-A550-DADF8B5D90B1}" dt="2026-04-09T12:42:58.219" v="218" actId="20577"/>
          <ac:spMkLst>
            <pc:docMk/>
            <pc:sldMk cId="0" sldId="265"/>
            <ac:spMk id="14" creationId="{00000000-0000-0000-0000-000000000000}"/>
          </ac:spMkLst>
        </pc:spChg>
        <pc:spChg chg="add mod">
          <ac:chgData name="Zehra Aman" userId="6a074406e09099cd" providerId="Windows Live" clId="Web-{15086F07-32FD-44E0-A550-DADF8B5D90B1}" dt="2026-04-09T12:43:09.641" v="220" actId="1076"/>
          <ac:spMkLst>
            <pc:docMk/>
            <pc:sldMk cId="0" sldId="265"/>
            <ac:spMk id="18" creationId="{8C7A7E74-ABB5-6664-2EA7-11C1F0D749E0}"/>
          </ac:spMkLst>
        </pc:spChg>
      </pc:sldChg>
    </pc:docChg>
  </pc:docChgLst>
  <pc:docChgLst>
    <pc:chgData name="Zehra Aman" userId="6a074406e09099cd" providerId="Windows Live" clId="Web-{0EBCAC19-57C6-41F0-B56F-E94DA8CB898E}"/>
    <pc:docChg chg="addSld delSld modSld">
      <pc:chgData name="Zehra Aman" userId="6a074406e09099cd" providerId="Windows Live" clId="Web-{0EBCAC19-57C6-41F0-B56F-E94DA8CB898E}" dt="2026-04-17T13:28:33.523" v="676" actId="20577"/>
      <pc:docMkLst>
        <pc:docMk/>
      </pc:docMkLst>
      <pc:sldChg chg="del">
        <pc:chgData name="Zehra Aman" userId="6a074406e09099cd" providerId="Windows Live" clId="Web-{0EBCAC19-57C6-41F0-B56F-E94DA8CB898E}" dt="2026-04-17T12:42:26.291" v="343"/>
        <pc:sldMkLst>
          <pc:docMk/>
          <pc:sldMk cId="0" sldId="256"/>
        </pc:sldMkLst>
      </pc:sldChg>
      <pc:sldChg chg="modSp">
        <pc:chgData name="Zehra Aman" userId="6a074406e09099cd" providerId="Windows Live" clId="Web-{0EBCAC19-57C6-41F0-B56F-E94DA8CB898E}" dt="2026-04-17T13:00:45.880" v="445" actId="20577"/>
        <pc:sldMkLst>
          <pc:docMk/>
          <pc:sldMk cId="0" sldId="257"/>
        </pc:sldMkLst>
        <pc:spChg chg="mod">
          <ac:chgData name="Zehra Aman" userId="6a074406e09099cd" providerId="Windows Live" clId="Web-{0EBCAC19-57C6-41F0-B56F-E94DA8CB898E}" dt="2026-04-17T13:00:45.880" v="445" actId="20577"/>
          <ac:spMkLst>
            <pc:docMk/>
            <pc:sldMk cId="0" sldId="257"/>
            <ac:spMk id="4" creationId="{00000000-0000-0000-0000-000000000000}"/>
          </ac:spMkLst>
        </pc:spChg>
      </pc:sldChg>
      <pc:sldChg chg="modSp">
        <pc:chgData name="Zehra Aman" userId="6a074406e09099cd" providerId="Windows Live" clId="Web-{0EBCAC19-57C6-41F0-B56F-E94DA8CB898E}" dt="2026-04-17T11:22:46.158" v="4" actId="20577"/>
        <pc:sldMkLst>
          <pc:docMk/>
          <pc:sldMk cId="0" sldId="258"/>
        </pc:sldMkLst>
        <pc:spChg chg="mod">
          <ac:chgData name="Zehra Aman" userId="6a074406e09099cd" providerId="Windows Live" clId="Web-{0EBCAC19-57C6-41F0-B56F-E94DA8CB898E}" dt="2026-04-17T11:22:22.173" v="0" actId="20577"/>
          <ac:spMkLst>
            <pc:docMk/>
            <pc:sldMk cId="0" sldId="258"/>
            <ac:spMk id="4" creationId="{00000000-0000-0000-0000-000000000000}"/>
          </ac:spMkLst>
        </pc:spChg>
        <pc:spChg chg="mod">
          <ac:chgData name="Zehra Aman" userId="6a074406e09099cd" providerId="Windows Live" clId="Web-{0EBCAC19-57C6-41F0-B56F-E94DA8CB898E}" dt="2026-04-17T11:22:46.158" v="4" actId="20577"/>
          <ac:spMkLst>
            <pc:docMk/>
            <pc:sldMk cId="0" sldId="258"/>
            <ac:spMk id="6" creationId="{C4E6022B-7813-0277-90AA-6183A4524824}"/>
          </ac:spMkLst>
        </pc:spChg>
      </pc:sldChg>
      <pc:sldChg chg="addSp modSp">
        <pc:chgData name="Zehra Aman" userId="6a074406e09099cd" providerId="Windows Live" clId="Web-{0EBCAC19-57C6-41F0-B56F-E94DA8CB898E}" dt="2026-04-17T12:53:20.996" v="443" actId="20577"/>
        <pc:sldMkLst>
          <pc:docMk/>
          <pc:sldMk cId="0" sldId="259"/>
        </pc:sldMkLst>
        <pc:spChg chg="mod">
          <ac:chgData name="Zehra Aman" userId="6a074406e09099cd" providerId="Windows Live" clId="Web-{0EBCAC19-57C6-41F0-B56F-E94DA8CB898E}" dt="2026-04-17T12:53:20.996" v="443" actId="20577"/>
          <ac:spMkLst>
            <pc:docMk/>
            <pc:sldMk cId="0" sldId="259"/>
            <ac:spMk id="6" creationId="{EE76AC24-5CB7-D860-6A01-E6D8ABD38610}"/>
          </ac:spMkLst>
        </pc:spChg>
        <pc:picChg chg="add mod">
          <ac:chgData name="Zehra Aman" userId="6a074406e09099cd" providerId="Windows Live" clId="Web-{0EBCAC19-57C6-41F0-B56F-E94DA8CB898E}" dt="2026-04-17T12:46:41.042" v="401" actId="1076"/>
          <ac:picMkLst>
            <pc:docMk/>
            <pc:sldMk cId="0" sldId="259"/>
            <ac:picMk id="7" creationId="{FF930B91-7260-D512-0F5C-033A65424AD2}"/>
          </ac:picMkLst>
        </pc:picChg>
      </pc:sldChg>
      <pc:sldChg chg="addSp modSp">
        <pc:chgData name="Zehra Aman" userId="6a074406e09099cd" providerId="Windows Live" clId="Web-{0EBCAC19-57C6-41F0-B56F-E94DA8CB898E}" dt="2026-04-17T12:49:45.011" v="407" actId="1076"/>
        <pc:sldMkLst>
          <pc:docMk/>
          <pc:sldMk cId="0" sldId="260"/>
        </pc:sldMkLst>
        <pc:spChg chg="mod">
          <ac:chgData name="Zehra Aman" userId="6a074406e09099cd" providerId="Windows Live" clId="Web-{0EBCAC19-57C6-41F0-B56F-E94DA8CB898E}" dt="2026-04-17T12:45:18.917" v="394" actId="20577"/>
          <ac:spMkLst>
            <pc:docMk/>
            <pc:sldMk cId="0" sldId="260"/>
            <ac:spMk id="6" creationId="{482795C3-2C32-3C9F-A9C1-7CDBF714D2BC}"/>
          </ac:spMkLst>
        </pc:spChg>
        <pc:picChg chg="add mod ord modCrop">
          <ac:chgData name="Zehra Aman" userId="6a074406e09099cd" providerId="Windows Live" clId="Web-{0EBCAC19-57C6-41F0-B56F-E94DA8CB898E}" dt="2026-04-17T12:49:45.011" v="407" actId="1076"/>
          <ac:picMkLst>
            <pc:docMk/>
            <pc:sldMk cId="0" sldId="260"/>
            <ac:picMk id="7" creationId="{89383E7F-6630-6772-F152-45AED5040887}"/>
          </ac:picMkLst>
        </pc:picChg>
      </pc:sldChg>
      <pc:sldChg chg="modSp">
        <pc:chgData name="Zehra Aman" userId="6a074406e09099cd" providerId="Windows Live" clId="Web-{0EBCAC19-57C6-41F0-B56F-E94DA8CB898E}" dt="2026-04-17T13:01:24.510" v="446" actId="20577"/>
        <pc:sldMkLst>
          <pc:docMk/>
          <pc:sldMk cId="0" sldId="262"/>
        </pc:sldMkLst>
        <pc:spChg chg="mod">
          <ac:chgData name="Zehra Aman" userId="6a074406e09099cd" providerId="Windows Live" clId="Web-{0EBCAC19-57C6-41F0-B56F-E94DA8CB898E}" dt="2026-04-17T13:01:24.510" v="446" actId="20577"/>
          <ac:spMkLst>
            <pc:docMk/>
            <pc:sldMk cId="0" sldId="262"/>
            <ac:spMk id="4" creationId="{00000000-0000-0000-0000-000000000000}"/>
          </ac:spMkLst>
        </pc:spChg>
      </pc:sldChg>
      <pc:sldChg chg="modSp">
        <pc:chgData name="Zehra Aman" userId="6a074406e09099cd" providerId="Windows Live" clId="Web-{0EBCAC19-57C6-41F0-B56F-E94DA8CB898E}" dt="2026-04-17T13:20:36.686" v="663" actId="1076"/>
        <pc:sldMkLst>
          <pc:docMk/>
          <pc:sldMk cId="0" sldId="264"/>
        </pc:sldMkLst>
        <pc:spChg chg="mod">
          <ac:chgData name="Zehra Aman" userId="6a074406e09099cd" providerId="Windows Live" clId="Web-{0EBCAC19-57C6-41F0-B56F-E94DA8CB898E}" dt="2026-04-17T13:01:36.667" v="447" actId="20577"/>
          <ac:spMkLst>
            <pc:docMk/>
            <pc:sldMk cId="0" sldId="264"/>
            <ac:spMk id="4" creationId="{00000000-0000-0000-0000-000000000000}"/>
          </ac:spMkLst>
        </pc:spChg>
        <pc:spChg chg="mod">
          <ac:chgData name="Zehra Aman" userId="6a074406e09099cd" providerId="Windows Live" clId="Web-{0EBCAC19-57C6-41F0-B56F-E94DA8CB898E}" dt="2026-04-17T13:20:36.686" v="663" actId="1076"/>
          <ac:spMkLst>
            <pc:docMk/>
            <pc:sldMk cId="0" sldId="264"/>
            <ac:spMk id="14" creationId="{00000000-0000-0000-0000-000000000000}"/>
          </ac:spMkLst>
        </pc:spChg>
      </pc:sldChg>
      <pc:sldChg chg="modSp">
        <pc:chgData name="Zehra Aman" userId="6a074406e09099cd" providerId="Windows Live" clId="Web-{0EBCAC19-57C6-41F0-B56F-E94DA8CB898E}" dt="2026-04-17T12:59:45.081" v="444" actId="20577"/>
        <pc:sldMkLst>
          <pc:docMk/>
          <pc:sldMk cId="1649374154" sldId="267"/>
        </pc:sldMkLst>
        <pc:spChg chg="mod">
          <ac:chgData name="Zehra Aman" userId="6a074406e09099cd" providerId="Windows Live" clId="Web-{0EBCAC19-57C6-41F0-B56F-E94DA8CB898E}" dt="2026-04-17T12:59:45.081" v="444" actId="20577"/>
          <ac:spMkLst>
            <pc:docMk/>
            <pc:sldMk cId="1649374154" sldId="267"/>
            <ac:spMk id="7" creationId="{3CA6EBCC-42A8-9FB8-99C6-A665CBCF181B}"/>
          </ac:spMkLst>
        </pc:spChg>
        <pc:picChg chg="mod">
          <ac:chgData name="Zehra Aman" userId="6a074406e09099cd" providerId="Windows Live" clId="Web-{0EBCAC19-57C6-41F0-B56F-E94DA8CB898E}" dt="2026-04-17T12:52:11.590" v="423" actId="14100"/>
          <ac:picMkLst>
            <pc:docMk/>
            <pc:sldMk cId="1649374154" sldId="267"/>
            <ac:picMk id="8" creationId="{B14E70B0-ED62-DF5A-D017-5DA4CCC52E05}"/>
          </ac:picMkLst>
        </pc:picChg>
      </pc:sldChg>
      <pc:sldChg chg="addSp delSp modSp new">
        <pc:chgData name="Zehra Aman" userId="6a074406e09099cd" providerId="Windows Live" clId="Web-{0EBCAC19-57C6-41F0-B56F-E94DA8CB898E}" dt="2026-04-17T13:28:33.523" v="676" actId="20577"/>
        <pc:sldMkLst>
          <pc:docMk/>
          <pc:sldMk cId="1291146624" sldId="268"/>
        </pc:sldMkLst>
        <pc:spChg chg="add">
          <ac:chgData name="Zehra Aman" userId="6a074406e09099cd" providerId="Windows Live" clId="Web-{0EBCAC19-57C6-41F0-B56F-E94DA8CB898E}" dt="2026-04-17T11:24:21.003" v="15"/>
          <ac:spMkLst>
            <pc:docMk/>
            <pc:sldMk cId="1291146624" sldId="268"/>
            <ac:spMk id="3" creationId="{5A9BAD96-1F0E-8435-38AF-E6BE6E33E9AE}"/>
          </ac:spMkLst>
        </pc:spChg>
        <pc:spChg chg="add">
          <ac:chgData name="Zehra Aman" userId="6a074406e09099cd" providerId="Windows Live" clId="Web-{0EBCAC19-57C6-41F0-B56F-E94DA8CB898E}" dt="2026-04-17T11:24:21.019" v="16"/>
          <ac:spMkLst>
            <pc:docMk/>
            <pc:sldMk cId="1291146624" sldId="268"/>
            <ac:spMk id="5" creationId="{7E15FA40-311C-52D2-5EBD-AB0B08E5705F}"/>
          </ac:spMkLst>
        </pc:spChg>
        <pc:spChg chg="add">
          <ac:chgData name="Zehra Aman" userId="6a074406e09099cd" providerId="Windows Live" clId="Web-{0EBCAC19-57C6-41F0-B56F-E94DA8CB898E}" dt="2026-04-17T11:24:34.535" v="17"/>
          <ac:spMkLst>
            <pc:docMk/>
            <pc:sldMk cId="1291146624" sldId="268"/>
            <ac:spMk id="7" creationId="{34C2E3A4-9829-92BA-8CD2-F9DFD948972B}"/>
          </ac:spMkLst>
        </pc:spChg>
        <pc:spChg chg="add mod">
          <ac:chgData name="Zehra Aman" userId="6a074406e09099cd" providerId="Windows Live" clId="Web-{0EBCAC19-57C6-41F0-B56F-E94DA8CB898E}" dt="2026-04-17T11:25:57.744" v="42" actId="20577"/>
          <ac:spMkLst>
            <pc:docMk/>
            <pc:sldMk cId="1291146624" sldId="268"/>
            <ac:spMk id="8" creationId="{0C11C17F-B526-0791-2156-E8C278B2BE54}"/>
          </ac:spMkLst>
        </pc:spChg>
        <pc:spChg chg="add mod">
          <ac:chgData name="Zehra Aman" userId="6a074406e09099cd" providerId="Windows Live" clId="Web-{0EBCAC19-57C6-41F0-B56F-E94DA8CB898E}" dt="2026-04-17T13:28:33.523" v="676" actId="20577"/>
          <ac:spMkLst>
            <pc:docMk/>
            <pc:sldMk cId="1291146624" sldId="268"/>
            <ac:spMk id="9" creationId="{AEB0585D-1692-05FE-D0EC-78A4FDFB84BE}"/>
          </ac:spMkLst>
        </pc:spChg>
        <pc:spChg chg="add del mod">
          <ac:chgData name="Zehra Aman" userId="6a074406e09099cd" providerId="Windows Live" clId="Web-{0EBCAC19-57C6-41F0-B56F-E94DA8CB898E}" dt="2026-04-17T11:38:36.071" v="180"/>
          <ac:spMkLst>
            <pc:docMk/>
            <pc:sldMk cId="1291146624" sldId="268"/>
            <ac:spMk id="16" creationId="{1386EF62-6FE0-32B7-43B9-0EA16DBEA4B1}"/>
          </ac:spMkLst>
        </pc:spChg>
        <pc:spChg chg="add mod">
          <ac:chgData name="Zehra Aman" userId="6a074406e09099cd" providerId="Windows Live" clId="Web-{0EBCAC19-57C6-41F0-B56F-E94DA8CB898E}" dt="2026-04-17T11:38:40.915" v="181" actId="1076"/>
          <ac:spMkLst>
            <pc:docMk/>
            <pc:sldMk cId="1291146624" sldId="268"/>
            <ac:spMk id="17" creationId="{BF5D1046-AF07-1580-BC4A-81E02EEE9A6C}"/>
          </ac:spMkLst>
        </pc:spChg>
        <pc:spChg chg="add mod">
          <ac:chgData name="Zehra Aman" userId="6a074406e09099cd" providerId="Windows Live" clId="Web-{0EBCAC19-57C6-41F0-B56F-E94DA8CB898E}" dt="2026-04-17T11:41:26.292" v="247" actId="14100"/>
          <ac:spMkLst>
            <pc:docMk/>
            <pc:sldMk cId="1291146624" sldId="268"/>
            <ac:spMk id="18" creationId="{C1476687-E60B-96F9-F5A8-96A10847A8FC}"/>
          </ac:spMkLst>
        </pc:spChg>
        <pc:spChg chg="add mod">
          <ac:chgData name="Zehra Aman" userId="6a074406e09099cd" providerId="Windows Live" clId="Web-{0EBCAC19-57C6-41F0-B56F-E94DA8CB898E}" dt="2026-04-17T11:41:30.917" v="248" actId="14100"/>
          <ac:spMkLst>
            <pc:docMk/>
            <pc:sldMk cId="1291146624" sldId="268"/>
            <ac:spMk id="19" creationId="{0DFC6764-4ECB-976B-9929-C8EFCC5FBA18}"/>
          </ac:spMkLst>
        </pc:spChg>
        <pc:spChg chg="add mod">
          <ac:chgData name="Zehra Aman" userId="6a074406e09099cd" providerId="Windows Live" clId="Web-{0EBCAC19-57C6-41F0-B56F-E94DA8CB898E}" dt="2026-04-17T11:40:21.901" v="228" actId="20577"/>
          <ac:spMkLst>
            <pc:docMk/>
            <pc:sldMk cId="1291146624" sldId="268"/>
            <ac:spMk id="20" creationId="{EAD46AEA-976A-86F3-5C5F-6021F47490AA}"/>
          </ac:spMkLst>
        </pc:spChg>
        <pc:spChg chg="add mod">
          <ac:chgData name="Zehra Aman" userId="6a074406e09099cd" providerId="Windows Live" clId="Web-{0EBCAC19-57C6-41F0-B56F-E94DA8CB898E}" dt="2026-04-17T11:41:46.058" v="249" actId="14100"/>
          <ac:spMkLst>
            <pc:docMk/>
            <pc:sldMk cId="1291146624" sldId="268"/>
            <ac:spMk id="21" creationId="{37B1C242-45BB-1F42-2632-6486FDB8A81A}"/>
          </ac:spMkLst>
        </pc:spChg>
        <pc:spChg chg="add mod">
          <ac:chgData name="Zehra Aman" userId="6a074406e09099cd" providerId="Windows Live" clId="Web-{0EBCAC19-57C6-41F0-B56F-E94DA8CB898E}" dt="2026-04-17T11:42:17.747" v="263" actId="20577"/>
          <ac:spMkLst>
            <pc:docMk/>
            <pc:sldMk cId="1291146624" sldId="268"/>
            <ac:spMk id="22" creationId="{8D355FA2-F462-3370-22B4-2EBE4EED856C}"/>
          </ac:spMkLst>
        </pc:spChg>
        <pc:spChg chg="add mod">
          <ac:chgData name="Zehra Aman" userId="6a074406e09099cd" providerId="Windows Live" clId="Web-{0EBCAC19-57C6-41F0-B56F-E94DA8CB898E}" dt="2026-04-17T11:43:53.068" v="313" actId="1076"/>
          <ac:spMkLst>
            <pc:docMk/>
            <pc:sldMk cId="1291146624" sldId="268"/>
            <ac:spMk id="23" creationId="{9672A61F-4610-02FB-0AB3-77C3A82C12BC}"/>
          </ac:spMkLst>
        </pc:spChg>
        <pc:picChg chg="add del mod">
          <ac:chgData name="Zehra Aman" userId="6a074406e09099cd" providerId="Windows Live" clId="Web-{0EBCAC19-57C6-41F0-B56F-E94DA8CB898E}" dt="2026-04-17T11:33:29.408" v="128"/>
          <ac:picMkLst>
            <pc:docMk/>
            <pc:sldMk cId="1291146624" sldId="268"/>
            <ac:picMk id="10" creationId="{EB8B9326-60DA-4F37-593A-AF859632B7A4}"/>
          </ac:picMkLst>
        </pc:picChg>
        <pc:picChg chg="add del mod">
          <ac:chgData name="Zehra Aman" userId="6a074406e09099cd" providerId="Windows Live" clId="Web-{0EBCAC19-57C6-41F0-B56F-E94DA8CB898E}" dt="2026-04-17T11:33:29.408" v="127"/>
          <ac:picMkLst>
            <pc:docMk/>
            <pc:sldMk cId="1291146624" sldId="268"/>
            <ac:picMk id="11" creationId="{F299678E-3622-255A-2111-A2343AE8A5C1}"/>
          </ac:picMkLst>
        </pc:picChg>
        <pc:picChg chg="add mod">
          <ac:chgData name="Zehra Aman" userId="6a074406e09099cd" providerId="Windows Live" clId="Web-{0EBCAC19-57C6-41F0-B56F-E94DA8CB898E}" dt="2026-04-17T11:34:06.472" v="130" actId="1076"/>
          <ac:picMkLst>
            <pc:docMk/>
            <pc:sldMk cId="1291146624" sldId="268"/>
            <ac:picMk id="12" creationId="{2DBFBACA-B022-949C-71A8-80D1D0ADEB4B}"/>
          </ac:picMkLst>
        </pc:picChg>
        <pc:cxnChg chg="add del mod">
          <ac:chgData name="Zehra Aman" userId="6a074406e09099cd" providerId="Windows Live" clId="Web-{0EBCAC19-57C6-41F0-B56F-E94DA8CB898E}" dt="2026-04-17T11:36:26.381" v="145"/>
          <ac:cxnSpMkLst>
            <pc:docMk/>
            <pc:sldMk cId="1291146624" sldId="268"/>
            <ac:cxnSpMk id="13" creationId="{15B6B302-9FE3-1867-E2F9-835B6E73FB1F}"/>
          </ac:cxnSpMkLst>
        </pc:cxnChg>
        <pc:cxnChg chg="add del mod">
          <ac:chgData name="Zehra Aman" userId="6a074406e09099cd" providerId="Windows Live" clId="Web-{0EBCAC19-57C6-41F0-B56F-E94DA8CB898E}" dt="2026-04-17T11:35:28.958" v="138"/>
          <ac:cxnSpMkLst>
            <pc:docMk/>
            <pc:sldMk cId="1291146624" sldId="268"/>
            <ac:cxnSpMk id="14" creationId="{D18FF94A-E914-067F-FC53-1F965FE7EE42}"/>
          </ac:cxnSpMkLst>
        </pc:cxnChg>
        <pc:cxnChg chg="add del mod">
          <ac:chgData name="Zehra Aman" userId="6a074406e09099cd" providerId="Windows Live" clId="Web-{0EBCAC19-57C6-41F0-B56F-E94DA8CB898E}" dt="2026-04-17T11:36:26.381" v="144"/>
          <ac:cxnSpMkLst>
            <pc:docMk/>
            <pc:sldMk cId="1291146624" sldId="268"/>
            <ac:cxnSpMk id="15" creationId="{E8742FE9-FA03-FE20-C948-4AD9BA8FE89D}"/>
          </ac:cxnSpMkLst>
        </pc:cxnChg>
      </pc:sldChg>
      <pc:sldChg chg="modSp add">
        <pc:chgData name="Zehra Aman" userId="6a074406e09099cd" providerId="Windows Live" clId="Web-{0EBCAC19-57C6-41F0-B56F-E94DA8CB898E}" dt="2026-04-17T12:42:17.541" v="342" actId="20577"/>
        <pc:sldMkLst>
          <pc:docMk/>
          <pc:sldMk cId="121223606" sldId="269"/>
        </pc:sldMkLst>
        <pc:spChg chg="mod">
          <ac:chgData name="Zehra Aman" userId="6a074406e09099cd" providerId="Windows Live" clId="Web-{0EBCAC19-57C6-41F0-B56F-E94DA8CB898E}" dt="2026-04-17T12:41:00.867" v="319" actId="20577"/>
          <ac:spMkLst>
            <pc:docMk/>
            <pc:sldMk cId="121223606" sldId="269"/>
            <ac:spMk id="27" creationId="{56CE2B4C-42F3-6C3D-A2AC-C0C414252A53}"/>
          </ac:spMkLst>
        </pc:spChg>
        <pc:spChg chg="mod">
          <ac:chgData name="Zehra Aman" userId="6a074406e09099cd" providerId="Windows Live" clId="Web-{0EBCAC19-57C6-41F0-B56F-E94DA8CB898E}" dt="2026-04-17T12:41:50.947" v="327" actId="20577"/>
          <ac:spMkLst>
            <pc:docMk/>
            <pc:sldMk cId="121223606" sldId="269"/>
            <ac:spMk id="42" creationId="{2E9FAC26-1E84-D690-0FD4-B1A364AF40DE}"/>
          </ac:spMkLst>
        </pc:spChg>
        <pc:spChg chg="mod">
          <ac:chgData name="Zehra Aman" userId="6a074406e09099cd" providerId="Windows Live" clId="Web-{0EBCAC19-57C6-41F0-B56F-E94DA8CB898E}" dt="2026-04-17T12:42:17.541" v="342" actId="20577"/>
          <ac:spMkLst>
            <pc:docMk/>
            <pc:sldMk cId="121223606" sldId="269"/>
            <ac:spMk id="43" creationId="{B84F91E2-C42E-10B3-A03A-88AA58AF1258}"/>
          </ac:spMkLst>
        </pc:spChg>
        <pc:spChg chg="mod">
          <ac:chgData name="Zehra Aman" userId="6a074406e09099cd" providerId="Windows Live" clId="Web-{0EBCAC19-57C6-41F0-B56F-E94DA8CB898E}" dt="2026-04-17T12:41:12.305" v="322" actId="20577"/>
          <ac:spMkLst>
            <pc:docMk/>
            <pc:sldMk cId="121223606" sldId="269"/>
            <ac:spMk id="68" creationId="{A541DFB6-306C-CD3E-24BD-6D7131F87B73}"/>
          </ac:spMkLst>
        </pc:spChg>
      </pc:sldChg>
      <pc:sldChg chg="addSp delSp modSp new">
        <pc:chgData name="Zehra Aman" userId="6a074406e09099cd" providerId="Windows Live" clId="Web-{0EBCAC19-57C6-41F0-B56F-E94DA8CB898E}" dt="2026-04-17T13:19:41.529" v="662" actId="1076"/>
        <pc:sldMkLst>
          <pc:docMk/>
          <pc:sldMk cId="277316779" sldId="270"/>
        </pc:sldMkLst>
        <pc:spChg chg="add">
          <ac:chgData name="Zehra Aman" userId="6a074406e09099cd" providerId="Windows Live" clId="Web-{0EBCAC19-57C6-41F0-B56F-E94DA8CB898E}" dt="2026-04-17T13:03:57.950" v="459"/>
          <ac:spMkLst>
            <pc:docMk/>
            <pc:sldMk cId="277316779" sldId="270"/>
            <ac:spMk id="3" creationId="{D858946E-6F91-6280-4AA2-82117D29B951}"/>
          </ac:spMkLst>
        </pc:spChg>
        <pc:spChg chg="add">
          <ac:chgData name="Zehra Aman" userId="6a074406e09099cd" providerId="Windows Live" clId="Web-{0EBCAC19-57C6-41F0-B56F-E94DA8CB898E}" dt="2026-04-17T13:03:57.950" v="460"/>
          <ac:spMkLst>
            <pc:docMk/>
            <pc:sldMk cId="277316779" sldId="270"/>
            <ac:spMk id="5" creationId="{B18BA5E3-0EB3-DCBF-BFBE-9AF6317DA73D}"/>
          </ac:spMkLst>
        </pc:spChg>
        <pc:spChg chg="add mod">
          <ac:chgData name="Zehra Aman" userId="6a074406e09099cd" providerId="Windows Live" clId="Web-{0EBCAC19-57C6-41F0-B56F-E94DA8CB898E}" dt="2026-04-17T13:19:02.075" v="657" actId="1076"/>
          <ac:spMkLst>
            <pc:docMk/>
            <pc:sldMk cId="277316779" sldId="270"/>
            <ac:spMk id="7" creationId="{67AA139F-77A9-A82D-728D-5F4148322C05}"/>
          </ac:spMkLst>
        </pc:spChg>
        <pc:spChg chg="add mod">
          <ac:chgData name="Zehra Aman" userId="6a074406e09099cd" providerId="Windows Live" clId="Web-{0EBCAC19-57C6-41F0-B56F-E94DA8CB898E}" dt="2026-04-17T13:05:53.795" v="500" actId="20577"/>
          <ac:spMkLst>
            <pc:docMk/>
            <pc:sldMk cId="277316779" sldId="270"/>
            <ac:spMk id="8" creationId="{930A0E06-2508-6660-62B3-F475602F9179}"/>
          </ac:spMkLst>
        </pc:spChg>
        <pc:spChg chg="add mod">
          <ac:chgData name="Zehra Aman" userId="6a074406e09099cd" providerId="Windows Live" clId="Web-{0EBCAC19-57C6-41F0-B56F-E94DA8CB898E}" dt="2026-04-17T13:06:28.185" v="511" actId="20577"/>
          <ac:spMkLst>
            <pc:docMk/>
            <pc:sldMk cId="277316779" sldId="270"/>
            <ac:spMk id="9" creationId="{A8951964-1864-F28E-55E5-26952591C01B}"/>
          </ac:spMkLst>
        </pc:spChg>
        <pc:spChg chg="add mod">
          <ac:chgData name="Zehra Aman" userId="6a074406e09099cd" providerId="Windows Live" clId="Web-{0EBCAC19-57C6-41F0-B56F-E94DA8CB898E}" dt="2026-04-17T13:07:19.460" v="521" actId="20577"/>
          <ac:spMkLst>
            <pc:docMk/>
            <pc:sldMk cId="277316779" sldId="270"/>
            <ac:spMk id="10" creationId="{D7664D10-FC5F-3872-7212-1C01477FEC4D}"/>
          </ac:spMkLst>
        </pc:spChg>
        <pc:spChg chg="add mod">
          <ac:chgData name="Zehra Aman" userId="6a074406e09099cd" providerId="Windows Live" clId="Web-{0EBCAC19-57C6-41F0-B56F-E94DA8CB898E}" dt="2026-04-17T13:08:41.519" v="540" actId="14100"/>
          <ac:spMkLst>
            <pc:docMk/>
            <pc:sldMk cId="277316779" sldId="270"/>
            <ac:spMk id="11" creationId="{CD30DDF6-4580-C212-D318-0AE275CADCD0}"/>
          </ac:spMkLst>
        </pc:spChg>
        <pc:spChg chg="add mod">
          <ac:chgData name="Zehra Aman" userId="6a074406e09099cd" providerId="Windows Live" clId="Web-{0EBCAC19-57C6-41F0-B56F-E94DA8CB898E}" dt="2026-04-17T13:09:21.835" v="559" actId="14100"/>
          <ac:spMkLst>
            <pc:docMk/>
            <pc:sldMk cId="277316779" sldId="270"/>
            <ac:spMk id="12" creationId="{9D78EBC4-EA58-1D82-65A6-6DBEA5C8DF5A}"/>
          </ac:spMkLst>
        </pc:spChg>
        <pc:spChg chg="add mod">
          <ac:chgData name="Zehra Aman" userId="6a074406e09099cd" providerId="Windows Live" clId="Web-{0EBCAC19-57C6-41F0-B56F-E94DA8CB898E}" dt="2026-04-17T13:09:55.994" v="566" actId="20577"/>
          <ac:spMkLst>
            <pc:docMk/>
            <pc:sldMk cId="277316779" sldId="270"/>
            <ac:spMk id="13" creationId="{219B674F-5EE8-3A17-8328-4A2D18605AE1}"/>
          </ac:spMkLst>
        </pc:spChg>
        <pc:spChg chg="add mod">
          <ac:chgData name="Zehra Aman" userId="6a074406e09099cd" providerId="Windows Live" clId="Web-{0EBCAC19-57C6-41F0-B56F-E94DA8CB898E}" dt="2026-04-17T13:10:41.996" v="597" actId="14100"/>
          <ac:spMkLst>
            <pc:docMk/>
            <pc:sldMk cId="277316779" sldId="270"/>
            <ac:spMk id="14" creationId="{DAED6C42-6D4A-E3EA-A134-4C3DFE30642D}"/>
          </ac:spMkLst>
        </pc:spChg>
        <pc:picChg chg="add mod">
          <ac:chgData name="Zehra Aman" userId="6a074406e09099cd" providerId="Windows Live" clId="Web-{0EBCAC19-57C6-41F0-B56F-E94DA8CB898E}" dt="2026-04-17T13:16:59.571" v="642" actId="1076"/>
          <ac:picMkLst>
            <pc:docMk/>
            <pc:sldMk cId="277316779" sldId="270"/>
            <ac:picMk id="25" creationId="{AB6A5A57-DAF4-6EAF-4C41-32B0CDD7F4A0}"/>
          </ac:picMkLst>
        </pc:picChg>
        <pc:picChg chg="add del mod">
          <ac:chgData name="Zehra Aman" userId="6a074406e09099cd" providerId="Windows Live" clId="Web-{0EBCAC19-57C6-41F0-B56F-E94DA8CB898E}" dt="2026-04-17T13:17:18.666" v="647"/>
          <ac:picMkLst>
            <pc:docMk/>
            <pc:sldMk cId="277316779" sldId="270"/>
            <ac:picMk id="26" creationId="{87088C02-EE01-8C74-1D7F-C32A4741EA71}"/>
          </ac:picMkLst>
        </pc:picChg>
        <pc:picChg chg="add mod ord">
          <ac:chgData name="Zehra Aman" userId="6a074406e09099cd" providerId="Windows Live" clId="Web-{0EBCAC19-57C6-41F0-B56F-E94DA8CB898E}" dt="2026-04-17T13:17:34.760" v="651"/>
          <ac:picMkLst>
            <pc:docMk/>
            <pc:sldMk cId="277316779" sldId="270"/>
            <ac:picMk id="27" creationId="{E9C0E84C-3BC9-47D6-294B-CECE2E073E2D}"/>
          </ac:picMkLst>
        </pc:picChg>
        <pc:picChg chg="add mod ord">
          <ac:chgData name="Zehra Aman" userId="6a074406e09099cd" providerId="Windows Live" clId="Web-{0EBCAC19-57C6-41F0-B56F-E94DA8CB898E}" dt="2026-04-17T13:19:41.529" v="662" actId="1076"/>
          <ac:picMkLst>
            <pc:docMk/>
            <pc:sldMk cId="277316779" sldId="270"/>
            <ac:picMk id="28" creationId="{52392953-A9B2-847F-77B2-1FDDCEAB43FA}"/>
          </ac:picMkLst>
        </pc:picChg>
        <pc:cxnChg chg="add del mod">
          <ac:chgData name="Zehra Aman" userId="6a074406e09099cd" providerId="Windows Live" clId="Web-{0EBCAC19-57C6-41F0-B56F-E94DA8CB898E}" dt="2026-04-17T13:14:42.438" v="629"/>
          <ac:cxnSpMkLst>
            <pc:docMk/>
            <pc:sldMk cId="277316779" sldId="270"/>
            <ac:cxnSpMk id="15" creationId="{8FA0FF41-C5DD-D469-FB1D-98D635EC5C91}"/>
          </ac:cxnSpMkLst>
        </pc:cxnChg>
        <pc:cxnChg chg="add del mod">
          <ac:chgData name="Zehra Aman" userId="6a074406e09099cd" providerId="Windows Live" clId="Web-{0EBCAC19-57C6-41F0-B56F-E94DA8CB898E}" dt="2026-04-17T13:14:40.063" v="628"/>
          <ac:cxnSpMkLst>
            <pc:docMk/>
            <pc:sldMk cId="277316779" sldId="270"/>
            <ac:cxnSpMk id="16" creationId="{12AC5C46-9C6C-7552-5190-840E18761A3C}"/>
          </ac:cxnSpMkLst>
        </pc:cxnChg>
        <pc:cxnChg chg="add del mod">
          <ac:chgData name="Zehra Aman" userId="6a074406e09099cd" providerId="Windows Live" clId="Web-{0EBCAC19-57C6-41F0-B56F-E94DA8CB898E}" dt="2026-04-17T13:14:36.406" v="627"/>
          <ac:cxnSpMkLst>
            <pc:docMk/>
            <pc:sldMk cId="277316779" sldId="270"/>
            <ac:cxnSpMk id="17" creationId="{3049508A-FC47-272F-BE8B-4CBE3AF42042}"/>
          </ac:cxnSpMkLst>
        </pc:cxnChg>
        <pc:cxnChg chg="add del mod">
          <ac:chgData name="Zehra Aman" userId="6a074406e09099cd" providerId="Windows Live" clId="Web-{0EBCAC19-57C6-41F0-B56F-E94DA8CB898E}" dt="2026-04-17T13:12:40.108" v="612"/>
          <ac:cxnSpMkLst>
            <pc:docMk/>
            <pc:sldMk cId="277316779" sldId="270"/>
            <ac:cxnSpMk id="18" creationId="{E08880F9-61B3-16F2-BC98-E5B3A93B8D7E}"/>
          </ac:cxnSpMkLst>
        </pc:cxnChg>
        <pc:cxnChg chg="add del">
          <ac:chgData name="Zehra Aman" userId="6a074406e09099cd" providerId="Windows Live" clId="Web-{0EBCAC19-57C6-41F0-B56F-E94DA8CB898E}" dt="2026-04-17T13:12:55.515" v="614"/>
          <ac:cxnSpMkLst>
            <pc:docMk/>
            <pc:sldMk cId="277316779" sldId="270"/>
            <ac:cxnSpMk id="19" creationId="{985FCD8B-DBD8-DA35-257D-727CC71CF3F6}"/>
          </ac:cxnSpMkLst>
        </pc:cxnChg>
        <pc:cxnChg chg="add del">
          <ac:chgData name="Zehra Aman" userId="6a074406e09099cd" providerId="Windows Live" clId="Web-{0EBCAC19-57C6-41F0-B56F-E94DA8CB898E}" dt="2026-04-17T13:13:09.437" v="616"/>
          <ac:cxnSpMkLst>
            <pc:docMk/>
            <pc:sldMk cId="277316779" sldId="270"/>
            <ac:cxnSpMk id="20" creationId="{3B57D03C-B9B4-3949-A5F8-ACD5581ABA15}"/>
          </ac:cxnSpMkLst>
        </pc:cxnChg>
        <pc:cxnChg chg="add del mod">
          <ac:chgData name="Zehra Aman" userId="6a074406e09099cd" providerId="Windows Live" clId="Web-{0EBCAC19-57C6-41F0-B56F-E94DA8CB898E}" dt="2026-04-17T13:13:33.500" v="620"/>
          <ac:cxnSpMkLst>
            <pc:docMk/>
            <pc:sldMk cId="277316779" sldId="270"/>
            <ac:cxnSpMk id="21" creationId="{89381B1F-6AF4-16D1-A610-6B37318069F9}"/>
          </ac:cxnSpMkLst>
        </pc:cxnChg>
        <pc:cxnChg chg="add del">
          <ac:chgData name="Zehra Aman" userId="6a074406e09099cd" providerId="Windows Live" clId="Web-{0EBCAC19-57C6-41F0-B56F-E94DA8CB898E}" dt="2026-04-17T13:13:47.906" v="622"/>
          <ac:cxnSpMkLst>
            <pc:docMk/>
            <pc:sldMk cId="277316779" sldId="270"/>
            <ac:cxnSpMk id="22" creationId="{EA4C3E78-5E76-2E46-34EE-D1D5C0F47B24}"/>
          </ac:cxnSpMkLst>
        </pc:cxnChg>
        <pc:cxnChg chg="add del">
          <ac:chgData name="Zehra Aman" userId="6a074406e09099cd" providerId="Windows Live" clId="Web-{0EBCAC19-57C6-41F0-B56F-E94DA8CB898E}" dt="2026-04-17T13:14:17.500" v="624"/>
          <ac:cxnSpMkLst>
            <pc:docMk/>
            <pc:sldMk cId="277316779" sldId="270"/>
            <ac:cxnSpMk id="23" creationId="{BABF12A6-9222-F8F1-4AB1-52B45F0B5EAC}"/>
          </ac:cxnSpMkLst>
        </pc:cxnChg>
        <pc:cxnChg chg="add del">
          <ac:chgData name="Zehra Aman" userId="6a074406e09099cd" providerId="Windows Live" clId="Web-{0EBCAC19-57C6-41F0-B56F-E94DA8CB898E}" dt="2026-04-17T13:14:30.391" v="626"/>
          <ac:cxnSpMkLst>
            <pc:docMk/>
            <pc:sldMk cId="277316779" sldId="270"/>
            <ac:cxnSpMk id="24" creationId="{B23E9E8E-0A6A-F9CC-B724-58D931254E38}"/>
          </ac:cxnSpMkLst>
        </pc:cxnChg>
      </pc:sldChg>
      <pc:sldMasterChg chg="addSldLayout">
        <pc:chgData name="Zehra Aman" userId="6a074406e09099cd" providerId="Windows Live" clId="Web-{0EBCAC19-57C6-41F0-B56F-E94DA8CB898E}" dt="2026-04-17T12:40:17.740" v="314"/>
        <pc:sldMasterMkLst>
          <pc:docMk/>
          <pc:sldMasterMk cId="0" sldId="2147483648"/>
        </pc:sldMasterMkLst>
        <pc:sldLayoutChg chg="add">
          <pc:chgData name="Zehra Aman" userId="6a074406e09099cd" providerId="Windows Live" clId="Web-{0EBCAC19-57C6-41F0-B56F-E94DA8CB898E}" dt="2026-04-17T12:40:17.740" v="314"/>
          <pc:sldLayoutMkLst>
            <pc:docMk/>
            <pc:sldMasterMk cId="0" sldId="2147483648"/>
            <pc:sldLayoutMk cId="3620533158" sldId="2147483650"/>
          </pc:sldLayoutMkLst>
        </pc:sldLayoutChg>
      </pc:sldMasterChg>
    </pc:docChg>
  </pc:docChgLst>
  <pc:docChgLst>
    <pc:chgData name="Zehra Aman" userId="6a074406e09099cd" providerId="Windows Live" clId="Web-{D152B038-EA4F-4316-9788-FC11DB6B27D9}"/>
    <pc:docChg chg="addSld delSld modSld">
      <pc:chgData name="Zehra Aman" userId="6a074406e09099cd" providerId="Windows Live" clId="Web-{D152B038-EA4F-4316-9788-FC11DB6B27D9}" dt="2026-04-16T13:08:58.663" v="18"/>
      <pc:docMkLst>
        <pc:docMk/>
      </pc:docMkLst>
      <pc:sldChg chg="modSp">
        <pc:chgData name="Zehra Aman" userId="6a074406e09099cd" providerId="Windows Live" clId="Web-{D152B038-EA4F-4316-9788-FC11DB6B27D9}" dt="2026-04-16T13:01:50.292" v="7" actId="20577"/>
        <pc:sldMkLst>
          <pc:docMk/>
          <pc:sldMk cId="0" sldId="259"/>
        </pc:sldMkLst>
        <pc:spChg chg="mod">
          <ac:chgData name="Zehra Aman" userId="6a074406e09099cd" providerId="Windows Live" clId="Web-{D152B038-EA4F-4316-9788-FC11DB6B27D9}" dt="2026-04-16T13:01:50.292" v="7" actId="20577"/>
          <ac:spMkLst>
            <pc:docMk/>
            <pc:sldMk cId="0" sldId="259"/>
            <ac:spMk id="4" creationId="{00000000-0000-0000-0000-000000000000}"/>
          </ac:spMkLst>
        </pc:spChg>
        <pc:spChg chg="mod">
          <ac:chgData name="Zehra Aman" userId="6a074406e09099cd" providerId="Windows Live" clId="Web-{D152B038-EA4F-4316-9788-FC11DB6B27D9}" dt="2026-04-16T13:01:30.698" v="5" actId="20577"/>
          <ac:spMkLst>
            <pc:docMk/>
            <pc:sldMk cId="0" sldId="259"/>
            <ac:spMk id="6" creationId="{EE76AC24-5CB7-D860-6A01-E6D8ABD38610}"/>
          </ac:spMkLst>
        </pc:spChg>
      </pc:sldChg>
      <pc:sldChg chg="modSp">
        <pc:chgData name="Zehra Aman" userId="6a074406e09099cd" providerId="Windows Live" clId="Web-{D152B038-EA4F-4316-9788-FC11DB6B27D9}" dt="2026-04-16T13:02:06.355" v="8" actId="20577"/>
        <pc:sldMkLst>
          <pc:docMk/>
          <pc:sldMk cId="0" sldId="260"/>
        </pc:sldMkLst>
        <pc:spChg chg="mod">
          <ac:chgData name="Zehra Aman" userId="6a074406e09099cd" providerId="Windows Live" clId="Web-{D152B038-EA4F-4316-9788-FC11DB6B27D9}" dt="2026-04-16T13:02:06.355" v="8" actId="20577"/>
          <ac:spMkLst>
            <pc:docMk/>
            <pc:sldMk cId="0" sldId="260"/>
            <ac:spMk id="4" creationId="{00000000-0000-0000-0000-000000000000}"/>
          </ac:spMkLst>
        </pc:spChg>
      </pc:sldChg>
      <pc:sldChg chg="del">
        <pc:chgData name="Zehra Aman" userId="6a074406e09099cd" providerId="Windows Live" clId="Web-{D152B038-EA4F-4316-9788-FC11DB6B27D9}" dt="2026-04-16T13:08:58.663" v="18"/>
        <pc:sldMkLst>
          <pc:docMk/>
          <pc:sldMk cId="0" sldId="261"/>
        </pc:sldMkLst>
      </pc:sldChg>
      <pc:sldChg chg="addSp modSp new">
        <pc:chgData name="Zehra Aman" userId="6a074406e09099cd" providerId="Windows Live" clId="Web-{D152B038-EA4F-4316-9788-FC11DB6B27D9}" dt="2026-04-16T13:08:05.708" v="17" actId="1076"/>
        <pc:sldMkLst>
          <pc:docMk/>
          <pc:sldMk cId="1649374154" sldId="267"/>
        </pc:sldMkLst>
        <pc:spChg chg="add">
          <ac:chgData name="Zehra Aman" userId="6a074406e09099cd" providerId="Windows Live" clId="Web-{D152B038-EA4F-4316-9788-FC11DB6B27D9}" dt="2026-04-16T13:04:57.370" v="10"/>
          <ac:spMkLst>
            <pc:docMk/>
            <pc:sldMk cId="1649374154" sldId="267"/>
            <ac:spMk id="3" creationId="{F300B853-550E-C95C-8581-887682102E27}"/>
          </ac:spMkLst>
        </pc:spChg>
        <pc:spChg chg="add">
          <ac:chgData name="Zehra Aman" userId="6a074406e09099cd" providerId="Windows Live" clId="Web-{D152B038-EA4F-4316-9788-FC11DB6B27D9}" dt="2026-04-16T13:04:57.386" v="11"/>
          <ac:spMkLst>
            <pc:docMk/>
            <pc:sldMk cId="1649374154" sldId="267"/>
            <ac:spMk id="5" creationId="{F8519318-DD63-7FE2-53A7-9BED398C5F66}"/>
          </ac:spMkLst>
        </pc:spChg>
        <pc:spChg chg="add">
          <ac:chgData name="Zehra Aman" userId="6a074406e09099cd" providerId="Windows Live" clId="Web-{D152B038-EA4F-4316-9788-FC11DB6B27D9}" dt="2026-04-16T13:04:57.386" v="12"/>
          <ac:spMkLst>
            <pc:docMk/>
            <pc:sldMk cId="1649374154" sldId="267"/>
            <ac:spMk id="7" creationId="{3CA6EBCC-42A8-9FB8-99C6-A665CBCF181B}"/>
          </ac:spMkLst>
        </pc:spChg>
        <pc:picChg chg="add mod">
          <ac:chgData name="Zehra Aman" userId="6a074406e09099cd" providerId="Windows Live" clId="Web-{D152B038-EA4F-4316-9788-FC11DB6B27D9}" dt="2026-04-16T13:08:05.708" v="17" actId="1076"/>
          <ac:picMkLst>
            <pc:docMk/>
            <pc:sldMk cId="1649374154" sldId="267"/>
            <ac:picMk id="8" creationId="{B14E70B0-ED62-DF5A-D017-5DA4CCC52E05}"/>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506544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6B537A-B4DE-D1CE-3512-BCBDE4AC70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8C2033-F357-E6BE-5BF1-877BC1AD1B31}"/>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9A567B0F-4F1D-ECFE-050E-B551ABF85EAD}"/>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6398896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362053315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notesSlide" Target="../notesSlides/notesSlide1.xml"/><Relationship Id="rId7" Type="http://schemas.openxmlformats.org/officeDocument/2006/relationships/image" Target="../media/image4.png"/><Relationship Id="rId2" Type="http://schemas.openxmlformats.org/officeDocument/2006/relationships/slideLayout" Target="../slideLayouts/slideLayout2.xml"/><Relationship Id="rId1" Type="http://schemas.openxmlformats.org/officeDocument/2006/relationships/tags" Target="../tags/tag2.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svg"/><Relationship Id="rId9" Type="http://schemas.openxmlformats.org/officeDocument/2006/relationships/image" Target="../media/image6.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2.xml"/><Relationship Id="rId5" Type="http://schemas.openxmlformats.org/officeDocument/2006/relationships/image" Target="../media/image13.sv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E219A4-F5CF-3B84-A831-006143830DFC}"/>
            </a:ext>
          </a:extLst>
        </p:cNvPr>
        <p:cNvGrpSpPr/>
        <p:nvPr/>
      </p:nvGrpSpPr>
      <p:grpSpPr>
        <a:xfrm>
          <a:off x="0" y="0"/>
          <a:ext cx="0" cy="0"/>
          <a:chOff x="0" y="0"/>
          <a:chExt cx="0" cy="0"/>
        </a:xfrm>
      </p:grpSpPr>
      <p:sp>
        <p:nvSpPr>
          <p:cNvPr id="75" name="Rectangle: Rounded Corners 74">
            <a:extLst>
              <a:ext uri="{FF2B5EF4-FFF2-40B4-BE49-F238E27FC236}">
                <a16:creationId xmlns:a16="http://schemas.microsoft.com/office/drawing/2014/main" id="{5BBAA9FE-14A6-3635-BDE0-21E75B60255D}"/>
              </a:ext>
            </a:extLst>
          </p:cNvPr>
          <p:cNvSpPr/>
          <p:nvPr/>
        </p:nvSpPr>
        <p:spPr>
          <a:xfrm>
            <a:off x="364882" y="652908"/>
            <a:ext cx="3603333" cy="485021"/>
          </a:xfrm>
          <a:prstGeom prst="roundRect">
            <a:avLst/>
          </a:prstGeom>
          <a:solidFill>
            <a:schemeClr val="bg1"/>
          </a:solidFill>
          <a:ln>
            <a:solidFill>
              <a:srgbClr val="1D63B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2" name="Group 2">
            <a:extLst>
              <a:ext uri="{FF2B5EF4-FFF2-40B4-BE49-F238E27FC236}">
                <a16:creationId xmlns:a16="http://schemas.microsoft.com/office/drawing/2014/main" id="{DC713F69-E6DD-B345-33D3-499B008F7A17}"/>
              </a:ext>
            </a:extLst>
          </p:cNvPr>
          <p:cNvGrpSpPr/>
          <p:nvPr/>
        </p:nvGrpSpPr>
        <p:grpSpPr>
          <a:xfrm>
            <a:off x="0" y="0"/>
            <a:ext cx="4153368" cy="126178"/>
            <a:chOff x="0" y="0"/>
            <a:chExt cx="2187782" cy="66464"/>
          </a:xfrm>
        </p:grpSpPr>
        <p:sp>
          <p:nvSpPr>
            <p:cNvPr id="3" name="Freeform 3">
              <a:extLst>
                <a:ext uri="{FF2B5EF4-FFF2-40B4-BE49-F238E27FC236}">
                  <a16:creationId xmlns:a16="http://schemas.microsoft.com/office/drawing/2014/main" id="{16F12EA0-AE27-85D3-96E6-BED52A471BC9}"/>
                </a:ext>
              </a:extLst>
            </p:cNvPr>
            <p:cNvSpPr/>
            <p:nvPr/>
          </p:nvSpPr>
          <p:spPr>
            <a:xfrm>
              <a:off x="0" y="0"/>
              <a:ext cx="2187782" cy="66464"/>
            </a:xfrm>
            <a:custGeom>
              <a:avLst/>
              <a:gdLst/>
              <a:ahLst/>
              <a:cxnLst/>
              <a:rect l="l" t="t" r="r" b="b"/>
              <a:pathLst>
                <a:path w="2187782" h="66464">
                  <a:moveTo>
                    <a:pt x="0" y="0"/>
                  </a:moveTo>
                  <a:lnTo>
                    <a:pt x="2187782" y="0"/>
                  </a:lnTo>
                  <a:lnTo>
                    <a:pt x="2187782"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4" name="TextBox 4">
              <a:extLst>
                <a:ext uri="{FF2B5EF4-FFF2-40B4-BE49-F238E27FC236}">
                  <a16:creationId xmlns:a16="http://schemas.microsoft.com/office/drawing/2014/main" id="{EEDED881-7208-D373-6128-A08573FEEA11}"/>
                </a:ext>
              </a:extLst>
            </p:cNvPr>
            <p:cNvSpPr txBox="1"/>
            <p:nvPr/>
          </p:nvSpPr>
          <p:spPr>
            <a:xfrm>
              <a:off x="0" y="-38100"/>
              <a:ext cx="2187782" cy="104564"/>
            </a:xfrm>
            <a:prstGeom prst="rect">
              <a:avLst/>
            </a:prstGeom>
          </p:spPr>
          <p:txBody>
            <a:bodyPr lIns="25400" tIns="25400" rIns="25400" bIns="25400" rtlCol="0" anchor="ctr"/>
            <a:lstStyle/>
            <a:p>
              <a:pPr algn="ctr">
                <a:lnSpc>
                  <a:spcPts val="1330"/>
                </a:lnSpc>
              </a:pPr>
              <a:endParaRPr sz="700"/>
            </a:p>
          </p:txBody>
        </p:sp>
      </p:grpSp>
      <p:grpSp>
        <p:nvGrpSpPr>
          <p:cNvPr id="5" name="Group 5">
            <a:extLst>
              <a:ext uri="{FF2B5EF4-FFF2-40B4-BE49-F238E27FC236}">
                <a16:creationId xmlns:a16="http://schemas.microsoft.com/office/drawing/2014/main" id="{071C7EC6-7D4C-F061-CDE0-6A50914ECB9E}"/>
              </a:ext>
            </a:extLst>
          </p:cNvPr>
          <p:cNvGrpSpPr/>
          <p:nvPr/>
        </p:nvGrpSpPr>
        <p:grpSpPr>
          <a:xfrm>
            <a:off x="0" y="5017322"/>
            <a:ext cx="7571294" cy="126178"/>
            <a:chOff x="0" y="0"/>
            <a:chExt cx="3988171" cy="66464"/>
          </a:xfrm>
        </p:grpSpPr>
        <p:sp>
          <p:nvSpPr>
            <p:cNvPr id="6" name="Freeform 6">
              <a:extLst>
                <a:ext uri="{FF2B5EF4-FFF2-40B4-BE49-F238E27FC236}">
                  <a16:creationId xmlns:a16="http://schemas.microsoft.com/office/drawing/2014/main" id="{B4AD79D7-46FD-6B0C-7DE4-FF78018F4A88}"/>
                </a:ext>
              </a:extLst>
            </p:cNvPr>
            <p:cNvSpPr/>
            <p:nvPr/>
          </p:nvSpPr>
          <p:spPr>
            <a:xfrm>
              <a:off x="0" y="0"/>
              <a:ext cx="3988171" cy="66464"/>
            </a:xfrm>
            <a:custGeom>
              <a:avLst/>
              <a:gdLst/>
              <a:ahLst/>
              <a:cxnLst/>
              <a:rect l="l" t="t" r="r" b="b"/>
              <a:pathLst>
                <a:path w="3988171" h="66464">
                  <a:moveTo>
                    <a:pt x="0" y="0"/>
                  </a:moveTo>
                  <a:lnTo>
                    <a:pt x="3988171" y="0"/>
                  </a:lnTo>
                  <a:lnTo>
                    <a:pt x="3988171"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7" name="TextBox 7">
              <a:extLst>
                <a:ext uri="{FF2B5EF4-FFF2-40B4-BE49-F238E27FC236}">
                  <a16:creationId xmlns:a16="http://schemas.microsoft.com/office/drawing/2014/main" id="{C396E051-FCE8-96D0-093A-9DAA0B6CA32C}"/>
                </a:ext>
              </a:extLst>
            </p:cNvPr>
            <p:cNvSpPr txBox="1"/>
            <p:nvPr/>
          </p:nvSpPr>
          <p:spPr>
            <a:xfrm>
              <a:off x="0" y="-38100"/>
              <a:ext cx="3988171" cy="104564"/>
            </a:xfrm>
            <a:prstGeom prst="rect">
              <a:avLst/>
            </a:prstGeom>
          </p:spPr>
          <p:txBody>
            <a:bodyPr lIns="25400" tIns="25400" rIns="25400" bIns="25400" rtlCol="0" anchor="ctr"/>
            <a:lstStyle/>
            <a:p>
              <a:pPr algn="ctr">
                <a:lnSpc>
                  <a:spcPts val="1330"/>
                </a:lnSpc>
              </a:pPr>
              <a:endParaRPr sz="700"/>
            </a:p>
          </p:txBody>
        </p:sp>
      </p:grpSp>
      <p:grpSp>
        <p:nvGrpSpPr>
          <p:cNvPr id="8" name="Group 8">
            <a:extLst>
              <a:ext uri="{FF2B5EF4-FFF2-40B4-BE49-F238E27FC236}">
                <a16:creationId xmlns:a16="http://schemas.microsoft.com/office/drawing/2014/main" id="{614E0FB1-7343-AA0B-7107-6EF9941BD391}"/>
              </a:ext>
            </a:extLst>
          </p:cNvPr>
          <p:cNvGrpSpPr/>
          <p:nvPr/>
        </p:nvGrpSpPr>
        <p:grpSpPr>
          <a:xfrm rot="2700000">
            <a:off x="3661769" y="-528997"/>
            <a:ext cx="4602320" cy="2123257"/>
            <a:chOff x="0" y="0"/>
            <a:chExt cx="2424267" cy="1118423"/>
          </a:xfrm>
        </p:grpSpPr>
        <p:sp>
          <p:nvSpPr>
            <p:cNvPr id="9" name="Freeform 9">
              <a:extLst>
                <a:ext uri="{FF2B5EF4-FFF2-40B4-BE49-F238E27FC236}">
                  <a16:creationId xmlns:a16="http://schemas.microsoft.com/office/drawing/2014/main" id="{8AFFC971-D518-DC63-82CA-066EEEE8BD9D}"/>
                </a:ext>
              </a:extLst>
            </p:cNvPr>
            <p:cNvSpPr/>
            <p:nvPr/>
          </p:nvSpPr>
          <p:spPr>
            <a:xfrm>
              <a:off x="0" y="0"/>
              <a:ext cx="2424267" cy="1118423"/>
            </a:xfrm>
            <a:custGeom>
              <a:avLst/>
              <a:gdLst/>
              <a:ahLst/>
              <a:cxnLst/>
              <a:rect l="l" t="t" r="r" b="b"/>
              <a:pathLst>
                <a:path w="2424267" h="1118423">
                  <a:moveTo>
                    <a:pt x="0" y="0"/>
                  </a:moveTo>
                  <a:lnTo>
                    <a:pt x="2424267" y="0"/>
                  </a:lnTo>
                  <a:lnTo>
                    <a:pt x="2424267" y="1118423"/>
                  </a:lnTo>
                  <a:lnTo>
                    <a:pt x="0" y="1118423"/>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0" name="TextBox 10">
              <a:extLst>
                <a:ext uri="{FF2B5EF4-FFF2-40B4-BE49-F238E27FC236}">
                  <a16:creationId xmlns:a16="http://schemas.microsoft.com/office/drawing/2014/main" id="{EF1F892B-32CB-D20F-CD5E-29D9DD282E0B}"/>
                </a:ext>
              </a:extLst>
            </p:cNvPr>
            <p:cNvSpPr txBox="1"/>
            <p:nvPr/>
          </p:nvSpPr>
          <p:spPr>
            <a:xfrm>
              <a:off x="0" y="-38100"/>
              <a:ext cx="2424267" cy="1156523"/>
            </a:xfrm>
            <a:prstGeom prst="rect">
              <a:avLst/>
            </a:prstGeom>
          </p:spPr>
          <p:txBody>
            <a:bodyPr lIns="25400" tIns="25400" rIns="25400" bIns="25400" rtlCol="0" anchor="ctr"/>
            <a:lstStyle/>
            <a:p>
              <a:pPr algn="ctr">
                <a:lnSpc>
                  <a:spcPts val="1330"/>
                </a:lnSpc>
              </a:pPr>
              <a:endParaRPr sz="700"/>
            </a:p>
          </p:txBody>
        </p:sp>
      </p:grpSp>
      <p:grpSp>
        <p:nvGrpSpPr>
          <p:cNvPr id="11" name="Group 11">
            <a:extLst>
              <a:ext uri="{FF2B5EF4-FFF2-40B4-BE49-F238E27FC236}">
                <a16:creationId xmlns:a16="http://schemas.microsoft.com/office/drawing/2014/main" id="{0903312A-41E4-0C98-DB5C-2FD31C761F00}"/>
              </a:ext>
            </a:extLst>
          </p:cNvPr>
          <p:cNvGrpSpPr/>
          <p:nvPr/>
        </p:nvGrpSpPr>
        <p:grpSpPr>
          <a:xfrm rot="2700000">
            <a:off x="5632358" y="303921"/>
            <a:ext cx="3724082" cy="1064394"/>
            <a:chOff x="0" y="0"/>
            <a:chExt cx="1961656" cy="560668"/>
          </a:xfrm>
        </p:grpSpPr>
        <p:sp>
          <p:nvSpPr>
            <p:cNvPr id="12" name="Freeform 12">
              <a:extLst>
                <a:ext uri="{FF2B5EF4-FFF2-40B4-BE49-F238E27FC236}">
                  <a16:creationId xmlns:a16="http://schemas.microsoft.com/office/drawing/2014/main" id="{A8440D19-D63B-AF33-3EAE-F2B37D5CF256}"/>
                </a:ext>
              </a:extLst>
            </p:cNvPr>
            <p:cNvSpPr/>
            <p:nvPr/>
          </p:nvSpPr>
          <p:spPr>
            <a:xfrm>
              <a:off x="0" y="0"/>
              <a:ext cx="1961656" cy="560668"/>
            </a:xfrm>
            <a:custGeom>
              <a:avLst/>
              <a:gdLst/>
              <a:ahLst/>
              <a:cxnLst/>
              <a:rect l="l" t="t" r="r" b="b"/>
              <a:pathLst>
                <a:path w="1961656" h="560668">
                  <a:moveTo>
                    <a:pt x="0" y="0"/>
                  </a:moveTo>
                  <a:lnTo>
                    <a:pt x="1961656" y="0"/>
                  </a:lnTo>
                  <a:lnTo>
                    <a:pt x="1961656" y="560668"/>
                  </a:lnTo>
                  <a:lnTo>
                    <a:pt x="0" y="560668"/>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3" name="TextBox 13">
              <a:extLst>
                <a:ext uri="{FF2B5EF4-FFF2-40B4-BE49-F238E27FC236}">
                  <a16:creationId xmlns:a16="http://schemas.microsoft.com/office/drawing/2014/main" id="{70297523-D0C9-81EB-FA45-802E3E7D096A}"/>
                </a:ext>
              </a:extLst>
            </p:cNvPr>
            <p:cNvSpPr txBox="1"/>
            <p:nvPr/>
          </p:nvSpPr>
          <p:spPr>
            <a:xfrm>
              <a:off x="0" y="-38100"/>
              <a:ext cx="1961656" cy="598768"/>
            </a:xfrm>
            <a:prstGeom prst="rect">
              <a:avLst/>
            </a:prstGeom>
          </p:spPr>
          <p:txBody>
            <a:bodyPr lIns="25400" tIns="25400" rIns="25400" bIns="25400" rtlCol="0" anchor="ctr"/>
            <a:lstStyle/>
            <a:p>
              <a:pPr algn="ctr">
                <a:lnSpc>
                  <a:spcPts val="1330"/>
                </a:lnSpc>
              </a:pPr>
              <a:endParaRPr sz="700"/>
            </a:p>
          </p:txBody>
        </p:sp>
      </p:grpSp>
      <p:grpSp>
        <p:nvGrpSpPr>
          <p:cNvPr id="14" name="Group 14">
            <a:extLst>
              <a:ext uri="{FF2B5EF4-FFF2-40B4-BE49-F238E27FC236}">
                <a16:creationId xmlns:a16="http://schemas.microsoft.com/office/drawing/2014/main" id="{3AF039C7-166F-DC3C-FD40-F2CACE3926F2}"/>
              </a:ext>
            </a:extLst>
          </p:cNvPr>
          <p:cNvGrpSpPr/>
          <p:nvPr/>
        </p:nvGrpSpPr>
        <p:grpSpPr>
          <a:xfrm rot="2700000">
            <a:off x="7528217" y="-892816"/>
            <a:ext cx="2873959" cy="1967021"/>
            <a:chOff x="0" y="0"/>
            <a:chExt cx="1513855" cy="1036126"/>
          </a:xfrm>
        </p:grpSpPr>
        <p:sp>
          <p:nvSpPr>
            <p:cNvPr id="15" name="Freeform 15">
              <a:extLst>
                <a:ext uri="{FF2B5EF4-FFF2-40B4-BE49-F238E27FC236}">
                  <a16:creationId xmlns:a16="http://schemas.microsoft.com/office/drawing/2014/main" id="{166C2FB9-D184-461A-308A-1F6AFD5F7BBF}"/>
                </a:ext>
              </a:extLst>
            </p:cNvPr>
            <p:cNvSpPr/>
            <p:nvPr/>
          </p:nvSpPr>
          <p:spPr>
            <a:xfrm>
              <a:off x="0" y="0"/>
              <a:ext cx="1513855" cy="1036126"/>
            </a:xfrm>
            <a:custGeom>
              <a:avLst/>
              <a:gdLst/>
              <a:ahLst/>
              <a:cxnLst/>
              <a:rect l="l" t="t" r="r" b="b"/>
              <a:pathLst>
                <a:path w="1513855" h="1036126">
                  <a:moveTo>
                    <a:pt x="0" y="0"/>
                  </a:moveTo>
                  <a:lnTo>
                    <a:pt x="1513855" y="0"/>
                  </a:lnTo>
                  <a:lnTo>
                    <a:pt x="1513855" y="1036126"/>
                  </a:lnTo>
                  <a:lnTo>
                    <a:pt x="0" y="1036126"/>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6" name="TextBox 16">
              <a:extLst>
                <a:ext uri="{FF2B5EF4-FFF2-40B4-BE49-F238E27FC236}">
                  <a16:creationId xmlns:a16="http://schemas.microsoft.com/office/drawing/2014/main" id="{D78B5C6B-C409-CCBB-2B06-FBD31CAC99E4}"/>
                </a:ext>
              </a:extLst>
            </p:cNvPr>
            <p:cNvSpPr txBox="1"/>
            <p:nvPr/>
          </p:nvSpPr>
          <p:spPr>
            <a:xfrm>
              <a:off x="0" y="-38100"/>
              <a:ext cx="1513855" cy="1074226"/>
            </a:xfrm>
            <a:prstGeom prst="rect">
              <a:avLst/>
            </a:prstGeom>
          </p:spPr>
          <p:txBody>
            <a:bodyPr lIns="25400" tIns="25400" rIns="25400" bIns="25400" rtlCol="0" anchor="ctr"/>
            <a:lstStyle/>
            <a:p>
              <a:pPr algn="ctr">
                <a:lnSpc>
                  <a:spcPts val="1330"/>
                </a:lnSpc>
              </a:pPr>
              <a:endParaRPr sz="700"/>
            </a:p>
          </p:txBody>
        </p:sp>
      </p:grpSp>
      <p:grpSp>
        <p:nvGrpSpPr>
          <p:cNvPr id="17" name="Group 17">
            <a:extLst>
              <a:ext uri="{FF2B5EF4-FFF2-40B4-BE49-F238E27FC236}">
                <a16:creationId xmlns:a16="http://schemas.microsoft.com/office/drawing/2014/main" id="{BB6CD3B7-9C29-31B7-074F-1C8E56CB1626}"/>
              </a:ext>
            </a:extLst>
          </p:cNvPr>
          <p:cNvGrpSpPr/>
          <p:nvPr/>
        </p:nvGrpSpPr>
        <p:grpSpPr>
          <a:xfrm rot="2700000">
            <a:off x="6756840" y="4003698"/>
            <a:ext cx="4602320" cy="2123257"/>
            <a:chOff x="0" y="0"/>
            <a:chExt cx="2424267" cy="1118423"/>
          </a:xfrm>
        </p:grpSpPr>
        <p:sp>
          <p:nvSpPr>
            <p:cNvPr id="18" name="Freeform 18">
              <a:extLst>
                <a:ext uri="{FF2B5EF4-FFF2-40B4-BE49-F238E27FC236}">
                  <a16:creationId xmlns:a16="http://schemas.microsoft.com/office/drawing/2014/main" id="{059C69CD-FBFA-E4B4-AA86-445D5367D190}"/>
                </a:ext>
              </a:extLst>
            </p:cNvPr>
            <p:cNvSpPr/>
            <p:nvPr/>
          </p:nvSpPr>
          <p:spPr>
            <a:xfrm>
              <a:off x="0" y="0"/>
              <a:ext cx="2424267" cy="1118423"/>
            </a:xfrm>
            <a:custGeom>
              <a:avLst/>
              <a:gdLst/>
              <a:ahLst/>
              <a:cxnLst/>
              <a:rect l="l" t="t" r="r" b="b"/>
              <a:pathLst>
                <a:path w="2424267" h="1118423">
                  <a:moveTo>
                    <a:pt x="0" y="0"/>
                  </a:moveTo>
                  <a:lnTo>
                    <a:pt x="2424267" y="0"/>
                  </a:lnTo>
                  <a:lnTo>
                    <a:pt x="2424267" y="1118423"/>
                  </a:lnTo>
                  <a:lnTo>
                    <a:pt x="0" y="1118423"/>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9" name="TextBox 19">
              <a:extLst>
                <a:ext uri="{FF2B5EF4-FFF2-40B4-BE49-F238E27FC236}">
                  <a16:creationId xmlns:a16="http://schemas.microsoft.com/office/drawing/2014/main" id="{3FFFD043-6DDC-803C-1EE7-E745D2CD7192}"/>
                </a:ext>
              </a:extLst>
            </p:cNvPr>
            <p:cNvSpPr txBox="1"/>
            <p:nvPr/>
          </p:nvSpPr>
          <p:spPr>
            <a:xfrm>
              <a:off x="0" y="-38100"/>
              <a:ext cx="2424267" cy="1156523"/>
            </a:xfrm>
            <a:prstGeom prst="rect">
              <a:avLst/>
            </a:prstGeom>
          </p:spPr>
          <p:txBody>
            <a:bodyPr lIns="25400" tIns="25400" rIns="25400" bIns="25400" rtlCol="0" anchor="ctr"/>
            <a:lstStyle/>
            <a:p>
              <a:pPr algn="ctr">
                <a:lnSpc>
                  <a:spcPts val="1330"/>
                </a:lnSpc>
              </a:pPr>
              <a:endParaRPr sz="700"/>
            </a:p>
          </p:txBody>
        </p:sp>
      </p:grpSp>
      <p:grpSp>
        <p:nvGrpSpPr>
          <p:cNvPr id="20" name="Group 20">
            <a:extLst>
              <a:ext uri="{FF2B5EF4-FFF2-40B4-BE49-F238E27FC236}">
                <a16:creationId xmlns:a16="http://schemas.microsoft.com/office/drawing/2014/main" id="{40B8BCE7-F5DB-C74D-120E-15FE119805F6}"/>
              </a:ext>
            </a:extLst>
          </p:cNvPr>
          <p:cNvGrpSpPr/>
          <p:nvPr/>
        </p:nvGrpSpPr>
        <p:grpSpPr>
          <a:xfrm rot="2700000">
            <a:off x="7842195" y="3672519"/>
            <a:ext cx="2166949" cy="1126189"/>
            <a:chOff x="0" y="0"/>
            <a:chExt cx="1141438" cy="593219"/>
          </a:xfrm>
        </p:grpSpPr>
        <p:sp>
          <p:nvSpPr>
            <p:cNvPr id="21" name="Freeform 21">
              <a:extLst>
                <a:ext uri="{FF2B5EF4-FFF2-40B4-BE49-F238E27FC236}">
                  <a16:creationId xmlns:a16="http://schemas.microsoft.com/office/drawing/2014/main" id="{7CCA289A-B33A-364F-D970-B4B0741374DB}"/>
                </a:ext>
              </a:extLst>
            </p:cNvPr>
            <p:cNvSpPr/>
            <p:nvPr/>
          </p:nvSpPr>
          <p:spPr>
            <a:xfrm>
              <a:off x="0" y="0"/>
              <a:ext cx="1141438" cy="593219"/>
            </a:xfrm>
            <a:custGeom>
              <a:avLst/>
              <a:gdLst/>
              <a:ahLst/>
              <a:cxnLst/>
              <a:rect l="l" t="t" r="r" b="b"/>
              <a:pathLst>
                <a:path w="1141438" h="593219">
                  <a:moveTo>
                    <a:pt x="0" y="0"/>
                  </a:moveTo>
                  <a:lnTo>
                    <a:pt x="1141438" y="0"/>
                  </a:lnTo>
                  <a:lnTo>
                    <a:pt x="1141438" y="593219"/>
                  </a:lnTo>
                  <a:lnTo>
                    <a:pt x="0" y="593219"/>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22" name="TextBox 22">
              <a:extLst>
                <a:ext uri="{FF2B5EF4-FFF2-40B4-BE49-F238E27FC236}">
                  <a16:creationId xmlns:a16="http://schemas.microsoft.com/office/drawing/2014/main" id="{6D1B43F8-87A5-2EDD-F149-BE82A2984EB5}"/>
                </a:ext>
              </a:extLst>
            </p:cNvPr>
            <p:cNvSpPr txBox="1"/>
            <p:nvPr/>
          </p:nvSpPr>
          <p:spPr>
            <a:xfrm>
              <a:off x="0" y="-38100"/>
              <a:ext cx="1141438" cy="631319"/>
            </a:xfrm>
            <a:prstGeom prst="rect">
              <a:avLst/>
            </a:prstGeom>
          </p:spPr>
          <p:txBody>
            <a:bodyPr lIns="25400" tIns="25400" rIns="25400" bIns="25400" rtlCol="0" anchor="ctr"/>
            <a:lstStyle/>
            <a:p>
              <a:pPr algn="ctr">
                <a:lnSpc>
                  <a:spcPts val="1330"/>
                </a:lnSpc>
              </a:pPr>
              <a:endParaRPr sz="700"/>
            </a:p>
          </p:txBody>
        </p:sp>
      </p:grpSp>
      <p:grpSp>
        <p:nvGrpSpPr>
          <p:cNvPr id="23" name="Group 23">
            <a:extLst>
              <a:ext uri="{FF2B5EF4-FFF2-40B4-BE49-F238E27FC236}">
                <a16:creationId xmlns:a16="http://schemas.microsoft.com/office/drawing/2014/main" id="{2ABF0622-9241-CD75-6B4F-4578A248FF9B}"/>
              </a:ext>
            </a:extLst>
          </p:cNvPr>
          <p:cNvGrpSpPr/>
          <p:nvPr/>
        </p:nvGrpSpPr>
        <p:grpSpPr>
          <a:xfrm>
            <a:off x="5720497" y="768985"/>
            <a:ext cx="3475712" cy="3475712"/>
            <a:chOff x="0" y="0"/>
            <a:chExt cx="812800" cy="812800"/>
          </a:xfrm>
        </p:grpSpPr>
        <p:sp>
          <p:nvSpPr>
            <p:cNvPr id="24" name="Freeform 24">
              <a:extLst>
                <a:ext uri="{FF2B5EF4-FFF2-40B4-BE49-F238E27FC236}">
                  <a16:creationId xmlns:a16="http://schemas.microsoft.com/office/drawing/2014/main" id="{0A81DF20-399E-AF89-89B0-FC2CA2FD0162}"/>
                </a:ext>
              </a:extLst>
            </p:cNvPr>
            <p:cNvSpPr/>
            <p:nvPr/>
          </p:nvSpPr>
          <p:spPr>
            <a:xfrm>
              <a:off x="0" y="0"/>
              <a:ext cx="812800" cy="812800"/>
            </a:xfrm>
            <a:custGeom>
              <a:avLst/>
              <a:gdLst/>
              <a:ahLst/>
              <a:cxnLst/>
              <a:rect l="l" t="t" r="r" b="b"/>
              <a:pathLst>
                <a:path w="812800" h="812800">
                  <a:moveTo>
                    <a:pt x="574675" y="0"/>
                  </a:moveTo>
                  <a:lnTo>
                    <a:pt x="812800" y="238125"/>
                  </a:lnTo>
                  <a:lnTo>
                    <a:pt x="812800" y="574675"/>
                  </a:lnTo>
                  <a:lnTo>
                    <a:pt x="574675" y="812800"/>
                  </a:lnTo>
                  <a:lnTo>
                    <a:pt x="238125" y="812800"/>
                  </a:lnTo>
                  <a:lnTo>
                    <a:pt x="0" y="574675"/>
                  </a:lnTo>
                  <a:lnTo>
                    <a:pt x="0" y="238125"/>
                  </a:lnTo>
                  <a:lnTo>
                    <a:pt x="238125" y="0"/>
                  </a:lnTo>
                  <a:lnTo>
                    <a:pt x="574675" y="0"/>
                  </a:lnTo>
                  <a:close/>
                </a:path>
              </a:pathLst>
            </a:custGeom>
            <a:gradFill rotWithShape="1">
              <a:gsLst>
                <a:gs pos="0">
                  <a:srgbClr val="042882">
                    <a:alpha val="100000"/>
                  </a:srgbClr>
                </a:gs>
                <a:gs pos="100000">
                  <a:srgbClr val="2A83D0">
                    <a:alpha val="100000"/>
                  </a:srgbClr>
                </a:gs>
              </a:gsLst>
              <a:lin ang="0"/>
            </a:gradFill>
            <a:ln cap="sq">
              <a:noFill/>
              <a:prstDash val="solid"/>
              <a:miter/>
            </a:ln>
          </p:spPr>
          <p:txBody>
            <a:bodyPr/>
            <a:lstStyle/>
            <a:p>
              <a:endParaRPr lang="en-IN" sz="700"/>
            </a:p>
          </p:txBody>
        </p:sp>
        <p:sp>
          <p:nvSpPr>
            <p:cNvPr id="25" name="TextBox 25">
              <a:extLst>
                <a:ext uri="{FF2B5EF4-FFF2-40B4-BE49-F238E27FC236}">
                  <a16:creationId xmlns:a16="http://schemas.microsoft.com/office/drawing/2014/main" id="{40C2189F-9BF3-791F-6AA1-3475C52DFABC}"/>
                </a:ext>
              </a:extLst>
            </p:cNvPr>
            <p:cNvSpPr txBox="1"/>
            <p:nvPr/>
          </p:nvSpPr>
          <p:spPr>
            <a:xfrm>
              <a:off x="63500" y="25400"/>
              <a:ext cx="685800" cy="723900"/>
            </a:xfrm>
            <a:prstGeom prst="rect">
              <a:avLst/>
            </a:prstGeom>
          </p:spPr>
          <p:txBody>
            <a:bodyPr lIns="29445" tIns="29445" rIns="29445" bIns="29445" rtlCol="0" anchor="ctr"/>
            <a:lstStyle/>
            <a:p>
              <a:pPr algn="ctr">
                <a:lnSpc>
                  <a:spcPts val="1330"/>
                </a:lnSpc>
                <a:spcBef>
                  <a:spcPct val="0"/>
                </a:spcBef>
              </a:pPr>
              <a:endParaRPr sz="700"/>
            </a:p>
          </p:txBody>
        </p:sp>
      </p:grpSp>
      <p:sp>
        <p:nvSpPr>
          <p:cNvPr id="34" name="Freeform 34">
            <a:extLst>
              <a:ext uri="{FF2B5EF4-FFF2-40B4-BE49-F238E27FC236}">
                <a16:creationId xmlns:a16="http://schemas.microsoft.com/office/drawing/2014/main" id="{79637531-A44E-C462-F403-761C10B95F61}"/>
              </a:ext>
            </a:extLst>
          </p:cNvPr>
          <p:cNvSpPr/>
          <p:nvPr/>
        </p:nvSpPr>
        <p:spPr>
          <a:xfrm>
            <a:off x="4814816" y="492813"/>
            <a:ext cx="857064" cy="159628"/>
          </a:xfrm>
          <a:custGeom>
            <a:avLst/>
            <a:gdLst/>
            <a:ahLst/>
            <a:cxnLst/>
            <a:rect l="l" t="t" r="r" b="b"/>
            <a:pathLst>
              <a:path w="1714127" h="319256">
                <a:moveTo>
                  <a:pt x="0" y="0"/>
                </a:moveTo>
                <a:lnTo>
                  <a:pt x="1714127" y="0"/>
                </a:lnTo>
                <a:lnTo>
                  <a:pt x="1714127" y="319257"/>
                </a:lnTo>
                <a:lnTo>
                  <a:pt x="0" y="319257"/>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sz="700"/>
          </a:p>
        </p:txBody>
      </p:sp>
      <p:sp>
        <p:nvSpPr>
          <p:cNvPr id="35" name="Freeform 35">
            <a:extLst>
              <a:ext uri="{FF2B5EF4-FFF2-40B4-BE49-F238E27FC236}">
                <a16:creationId xmlns:a16="http://schemas.microsoft.com/office/drawing/2014/main" id="{DCD7CC8C-164D-C41A-6252-42C99A05871B}"/>
              </a:ext>
            </a:extLst>
          </p:cNvPr>
          <p:cNvSpPr/>
          <p:nvPr/>
        </p:nvSpPr>
        <p:spPr>
          <a:xfrm>
            <a:off x="8435937" y="4382878"/>
            <a:ext cx="857064" cy="159628"/>
          </a:xfrm>
          <a:custGeom>
            <a:avLst/>
            <a:gdLst/>
            <a:ahLst/>
            <a:cxnLst/>
            <a:rect l="l" t="t" r="r" b="b"/>
            <a:pathLst>
              <a:path w="1714127" h="319256">
                <a:moveTo>
                  <a:pt x="0" y="0"/>
                </a:moveTo>
                <a:lnTo>
                  <a:pt x="1714127" y="0"/>
                </a:lnTo>
                <a:lnTo>
                  <a:pt x="1714127" y="319256"/>
                </a:lnTo>
                <a:lnTo>
                  <a:pt x="0" y="31925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sz="700"/>
          </a:p>
        </p:txBody>
      </p:sp>
      <p:sp>
        <p:nvSpPr>
          <p:cNvPr id="36" name="Freeform 36">
            <a:extLst>
              <a:ext uri="{FF2B5EF4-FFF2-40B4-BE49-F238E27FC236}">
                <a16:creationId xmlns:a16="http://schemas.microsoft.com/office/drawing/2014/main" id="{8672D197-9BF9-8CFA-6DF7-2937B68FFD86}"/>
              </a:ext>
            </a:extLst>
          </p:cNvPr>
          <p:cNvSpPr/>
          <p:nvPr/>
        </p:nvSpPr>
        <p:spPr>
          <a:xfrm>
            <a:off x="8726258" y="4572000"/>
            <a:ext cx="857064" cy="159628"/>
          </a:xfrm>
          <a:custGeom>
            <a:avLst/>
            <a:gdLst/>
            <a:ahLst/>
            <a:cxnLst/>
            <a:rect l="l" t="t" r="r" b="b"/>
            <a:pathLst>
              <a:path w="1714127" h="319256">
                <a:moveTo>
                  <a:pt x="0" y="0"/>
                </a:moveTo>
                <a:lnTo>
                  <a:pt x="1714128" y="0"/>
                </a:lnTo>
                <a:lnTo>
                  <a:pt x="1714128" y="319256"/>
                </a:lnTo>
                <a:lnTo>
                  <a:pt x="0" y="31925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sz="700"/>
          </a:p>
        </p:txBody>
      </p:sp>
      <p:grpSp>
        <p:nvGrpSpPr>
          <p:cNvPr id="47" name="Group 46">
            <a:extLst>
              <a:ext uri="{FF2B5EF4-FFF2-40B4-BE49-F238E27FC236}">
                <a16:creationId xmlns:a16="http://schemas.microsoft.com/office/drawing/2014/main" id="{1E9CDC51-FF0E-F171-6762-BB19A05B4D8E}"/>
              </a:ext>
            </a:extLst>
          </p:cNvPr>
          <p:cNvGrpSpPr/>
          <p:nvPr/>
        </p:nvGrpSpPr>
        <p:grpSpPr>
          <a:xfrm>
            <a:off x="-19007" y="2928677"/>
            <a:ext cx="4276134" cy="431080"/>
            <a:chOff x="0" y="2985846"/>
            <a:chExt cx="4276134" cy="431080"/>
          </a:xfrm>
        </p:grpSpPr>
        <p:grpSp>
          <p:nvGrpSpPr>
            <p:cNvPr id="28" name="Group 28">
              <a:extLst>
                <a:ext uri="{FF2B5EF4-FFF2-40B4-BE49-F238E27FC236}">
                  <a16:creationId xmlns:a16="http://schemas.microsoft.com/office/drawing/2014/main" id="{20253B4E-5254-3A4A-D2B3-FDC541381304}"/>
                </a:ext>
              </a:extLst>
            </p:cNvPr>
            <p:cNvGrpSpPr/>
            <p:nvPr/>
          </p:nvGrpSpPr>
          <p:grpSpPr>
            <a:xfrm>
              <a:off x="0" y="2985846"/>
              <a:ext cx="4224335" cy="431080"/>
              <a:chOff x="0" y="-38100"/>
              <a:chExt cx="4355842" cy="444500"/>
            </a:xfrm>
          </p:grpSpPr>
          <p:sp>
            <p:nvSpPr>
              <p:cNvPr id="29" name="Freeform 29">
                <a:extLst>
                  <a:ext uri="{FF2B5EF4-FFF2-40B4-BE49-F238E27FC236}">
                    <a16:creationId xmlns:a16="http://schemas.microsoft.com/office/drawing/2014/main" id="{98AC3028-4A73-A10C-B23F-D62CE7C18AED}"/>
                  </a:ext>
                </a:extLst>
              </p:cNvPr>
              <p:cNvSpPr/>
              <p:nvPr/>
            </p:nvSpPr>
            <p:spPr>
              <a:xfrm>
                <a:off x="0" y="0"/>
                <a:ext cx="4355842" cy="406400"/>
              </a:xfrm>
              <a:custGeom>
                <a:avLst/>
                <a:gdLst/>
                <a:ahLst/>
                <a:cxnLst/>
                <a:rect l="l" t="t" r="r" b="b"/>
                <a:pathLst>
                  <a:path w="4355842" h="406400">
                    <a:moveTo>
                      <a:pt x="4152642" y="0"/>
                    </a:moveTo>
                    <a:lnTo>
                      <a:pt x="0" y="0"/>
                    </a:lnTo>
                    <a:lnTo>
                      <a:pt x="0" y="406400"/>
                    </a:lnTo>
                    <a:lnTo>
                      <a:pt x="4152642" y="406400"/>
                    </a:lnTo>
                    <a:lnTo>
                      <a:pt x="4355842" y="203200"/>
                    </a:lnTo>
                    <a:lnTo>
                      <a:pt x="4152642" y="0"/>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30" name="TextBox 30">
                <a:extLst>
                  <a:ext uri="{FF2B5EF4-FFF2-40B4-BE49-F238E27FC236}">
                    <a16:creationId xmlns:a16="http://schemas.microsoft.com/office/drawing/2014/main" id="{199C1F1F-4C5C-E8C0-1593-D5C9F6952716}"/>
                  </a:ext>
                </a:extLst>
              </p:cNvPr>
              <p:cNvSpPr txBox="1"/>
              <p:nvPr/>
            </p:nvSpPr>
            <p:spPr>
              <a:xfrm>
                <a:off x="0" y="-38100"/>
                <a:ext cx="4241542" cy="444500"/>
              </a:xfrm>
              <a:prstGeom prst="rect">
                <a:avLst/>
              </a:prstGeom>
            </p:spPr>
            <p:txBody>
              <a:bodyPr lIns="25400" tIns="25400" rIns="25400" bIns="25400" rtlCol="0" anchor="ctr"/>
              <a:lstStyle/>
              <a:p>
                <a:pPr algn="ctr">
                  <a:lnSpc>
                    <a:spcPts val="1330"/>
                  </a:lnSpc>
                </a:pPr>
                <a:endParaRPr sz="700"/>
              </a:p>
            </p:txBody>
          </p:sp>
        </p:grpSp>
        <p:sp>
          <p:nvSpPr>
            <p:cNvPr id="44" name="TextBox 44">
              <a:extLst>
                <a:ext uri="{FF2B5EF4-FFF2-40B4-BE49-F238E27FC236}">
                  <a16:creationId xmlns:a16="http://schemas.microsoft.com/office/drawing/2014/main" id="{3578161E-D839-4793-89CB-83A287A2849E}"/>
                </a:ext>
              </a:extLst>
            </p:cNvPr>
            <p:cNvSpPr txBox="1"/>
            <p:nvPr/>
          </p:nvSpPr>
          <p:spPr>
            <a:xfrm>
              <a:off x="466725" y="3100839"/>
              <a:ext cx="3809409" cy="223587"/>
            </a:xfrm>
            <a:prstGeom prst="rect">
              <a:avLst/>
            </a:prstGeom>
          </p:spPr>
          <p:txBody>
            <a:bodyPr lIns="0" tIns="0" rIns="0" bIns="0" rtlCol="0" anchor="t">
              <a:spAutoFit/>
            </a:bodyPr>
            <a:lstStyle/>
            <a:p>
              <a:pPr>
                <a:lnSpc>
                  <a:spcPts val="1943"/>
                </a:lnSpc>
              </a:pPr>
              <a:r>
                <a:rPr lang="en-US" sz="1400" b="1" spc="583" dirty="0">
                  <a:solidFill>
                    <a:srgbClr val="FFFFFF"/>
                  </a:solidFill>
                  <a:latin typeface="Arial" panose="020B0604020202020204" pitchFamily="34" charset="0"/>
                  <a:ea typeface="Aileron Bold"/>
                  <a:cs typeface="Arial" panose="020B0604020202020204" pitchFamily="34" charset="0"/>
                  <a:sym typeface="Aileron Bold"/>
                </a:rPr>
                <a:t>PRESENTATION 2026</a:t>
              </a:r>
            </a:p>
          </p:txBody>
        </p:sp>
      </p:grpSp>
      <p:sp>
        <p:nvSpPr>
          <p:cNvPr id="40" name="TextBox 40">
            <a:extLst>
              <a:ext uri="{FF2B5EF4-FFF2-40B4-BE49-F238E27FC236}">
                <a16:creationId xmlns:a16="http://schemas.microsoft.com/office/drawing/2014/main" id="{EEE29F0A-1253-B8CE-E742-41B8B6EB922D}"/>
              </a:ext>
            </a:extLst>
          </p:cNvPr>
          <p:cNvSpPr txBox="1"/>
          <p:nvPr/>
        </p:nvSpPr>
        <p:spPr>
          <a:xfrm>
            <a:off x="2302781" y="4344678"/>
            <a:ext cx="1633432" cy="154209"/>
          </a:xfrm>
          <a:prstGeom prst="rect">
            <a:avLst/>
          </a:prstGeom>
        </p:spPr>
        <p:txBody>
          <a:bodyPr lIns="0" tIns="0" rIns="0" bIns="0" rtlCol="0" anchor="t">
            <a:spAutoFit/>
          </a:bodyPr>
          <a:lstStyle/>
          <a:p>
            <a:pPr>
              <a:lnSpc>
                <a:spcPts val="1296"/>
              </a:lnSpc>
            </a:pPr>
            <a:r>
              <a:rPr lang="en-US" sz="1000" dirty="0">
                <a:latin typeface="Arial" panose="020B0604020202020204" pitchFamily="34" charset="0"/>
                <a:ea typeface="Aileron"/>
                <a:cs typeface="Arial" panose="020B0604020202020204" pitchFamily="34" charset="0"/>
                <a:sym typeface="Aileron"/>
              </a:rPr>
              <a:t>Student Name</a:t>
            </a:r>
          </a:p>
        </p:txBody>
      </p:sp>
      <p:sp>
        <p:nvSpPr>
          <p:cNvPr id="42" name="TextBox 42">
            <a:extLst>
              <a:ext uri="{FF2B5EF4-FFF2-40B4-BE49-F238E27FC236}">
                <a16:creationId xmlns:a16="http://schemas.microsoft.com/office/drawing/2014/main" id="{2E9FAC26-1E84-D690-0FD4-B1A364AF40DE}"/>
              </a:ext>
            </a:extLst>
          </p:cNvPr>
          <p:cNvSpPr txBox="1"/>
          <p:nvPr/>
        </p:nvSpPr>
        <p:spPr>
          <a:xfrm>
            <a:off x="2302779" y="4471625"/>
            <a:ext cx="1633432" cy="227435"/>
          </a:xfrm>
          <a:prstGeom prst="rect">
            <a:avLst/>
          </a:prstGeom>
        </p:spPr>
        <p:txBody>
          <a:bodyPr lIns="0" tIns="0" rIns="0" bIns="0" rtlCol="0" anchor="t">
            <a:spAutoFit/>
          </a:bodyPr>
          <a:lstStyle/>
          <a:p>
            <a:pPr>
              <a:lnSpc>
                <a:spcPts val="2038"/>
              </a:lnSpc>
            </a:pPr>
            <a:r>
              <a:rPr lang="en-US" sz="1200" b="1">
                <a:solidFill>
                  <a:srgbClr val="0D358D"/>
                </a:solidFill>
                <a:latin typeface="Arial"/>
                <a:ea typeface="Aileron Bold"/>
                <a:cs typeface="Arial"/>
              </a:rPr>
              <a:t>Zehra Aman</a:t>
            </a:r>
            <a:endParaRPr lang="en-US" sz="1200" b="1" dirty="0">
              <a:solidFill>
                <a:srgbClr val="0D358D"/>
              </a:solidFill>
              <a:latin typeface="Arial" panose="020B0604020202020204" pitchFamily="34" charset="0"/>
              <a:ea typeface="Aileron Bold"/>
              <a:cs typeface="Arial" panose="020B0604020202020204" pitchFamily="34" charset="0"/>
            </a:endParaRPr>
          </a:p>
        </p:txBody>
      </p:sp>
      <p:pic>
        <p:nvPicPr>
          <p:cNvPr id="50" name="Picture 49" descr="A blue circle with a person and a envelope in it&#10;&#10;AI-generated content may be incorrect.">
            <a:extLst>
              <a:ext uri="{FF2B5EF4-FFF2-40B4-BE49-F238E27FC236}">
                <a16:creationId xmlns:a16="http://schemas.microsoft.com/office/drawing/2014/main" id="{C926F708-70B7-B0DB-A148-0FA2830D925D}"/>
              </a:ext>
            </a:extLst>
          </p:cNvPr>
          <p:cNvPicPr>
            <a:picLocks noChangeAspect="1"/>
          </p:cNvPicPr>
          <p:nvPr/>
        </p:nvPicPr>
        <p:blipFill>
          <a:blip r:embed="rId5"/>
          <a:srcRect l="26757" t="2453" r="27842" b="53701"/>
          <a:stretch>
            <a:fillRect/>
          </a:stretch>
        </p:blipFill>
        <p:spPr>
          <a:xfrm>
            <a:off x="1879018" y="4336133"/>
            <a:ext cx="395331" cy="381795"/>
          </a:xfrm>
          <a:prstGeom prst="rect">
            <a:avLst/>
          </a:prstGeom>
        </p:spPr>
      </p:pic>
      <p:sp>
        <p:nvSpPr>
          <p:cNvPr id="41" name="TextBox 41">
            <a:extLst>
              <a:ext uri="{FF2B5EF4-FFF2-40B4-BE49-F238E27FC236}">
                <a16:creationId xmlns:a16="http://schemas.microsoft.com/office/drawing/2014/main" id="{3403BDBE-05E2-50C5-0F55-4F0483352E2C}"/>
              </a:ext>
            </a:extLst>
          </p:cNvPr>
          <p:cNvSpPr txBox="1"/>
          <p:nvPr/>
        </p:nvSpPr>
        <p:spPr>
          <a:xfrm>
            <a:off x="3924234" y="4279537"/>
            <a:ext cx="1809978" cy="154209"/>
          </a:xfrm>
          <a:prstGeom prst="rect">
            <a:avLst/>
          </a:prstGeom>
        </p:spPr>
        <p:txBody>
          <a:bodyPr lIns="0" tIns="0" rIns="0" bIns="0" rtlCol="0" anchor="t">
            <a:spAutoFit/>
          </a:bodyPr>
          <a:lstStyle/>
          <a:p>
            <a:pPr>
              <a:lnSpc>
                <a:spcPts val="1296"/>
              </a:lnSpc>
            </a:pPr>
            <a:r>
              <a:rPr lang="en-US" sz="1000" dirty="0">
                <a:latin typeface="Arial" panose="020B0604020202020204" pitchFamily="34" charset="0"/>
                <a:ea typeface="Aileron"/>
                <a:cs typeface="Arial" panose="020B0604020202020204" pitchFamily="34" charset="0"/>
                <a:sym typeface="Aileron"/>
              </a:rPr>
              <a:t>Student Email</a:t>
            </a:r>
          </a:p>
        </p:txBody>
      </p:sp>
      <p:sp>
        <p:nvSpPr>
          <p:cNvPr id="43" name="TextBox 43">
            <a:extLst>
              <a:ext uri="{FF2B5EF4-FFF2-40B4-BE49-F238E27FC236}">
                <a16:creationId xmlns:a16="http://schemas.microsoft.com/office/drawing/2014/main" id="{B84F91E2-C42E-10B3-A03A-88AA58AF1258}"/>
              </a:ext>
            </a:extLst>
          </p:cNvPr>
          <p:cNvSpPr txBox="1"/>
          <p:nvPr/>
        </p:nvSpPr>
        <p:spPr>
          <a:xfrm>
            <a:off x="3945013" y="4413410"/>
            <a:ext cx="2272871" cy="227435"/>
          </a:xfrm>
          <a:prstGeom prst="rect">
            <a:avLst/>
          </a:prstGeom>
        </p:spPr>
        <p:txBody>
          <a:bodyPr lIns="0" tIns="0" rIns="0" bIns="0" rtlCol="0" anchor="t">
            <a:spAutoFit/>
          </a:bodyPr>
          <a:lstStyle/>
          <a:p>
            <a:pPr>
              <a:lnSpc>
                <a:spcPts val="2038"/>
              </a:lnSpc>
            </a:pPr>
            <a:r>
              <a:rPr lang="en-US" sz="1200" b="1">
                <a:solidFill>
                  <a:srgbClr val="0D358D"/>
                </a:solidFill>
                <a:latin typeface="Arial"/>
                <a:ea typeface="Aileron Bold"/>
                <a:cs typeface="Arial"/>
              </a:rPr>
              <a:t>Zehraaman45@gmail.com</a:t>
            </a:r>
            <a:endParaRPr lang="en-US" sz="1200" b="1" dirty="0">
              <a:solidFill>
                <a:srgbClr val="0D358D"/>
              </a:solidFill>
              <a:latin typeface="Arial" panose="020B0604020202020204" pitchFamily="34" charset="0"/>
              <a:ea typeface="Aileron Bold"/>
              <a:cs typeface="Arial" panose="020B0604020202020204" pitchFamily="34" charset="0"/>
            </a:endParaRPr>
          </a:p>
        </p:txBody>
      </p:sp>
      <p:pic>
        <p:nvPicPr>
          <p:cNvPr id="51" name="Picture 50" descr="A blue circle with a person and a envelope in it&#10;&#10;AI-generated content may be incorrect.">
            <a:extLst>
              <a:ext uri="{FF2B5EF4-FFF2-40B4-BE49-F238E27FC236}">
                <a16:creationId xmlns:a16="http://schemas.microsoft.com/office/drawing/2014/main" id="{EC8FEF14-C75E-1155-0600-B4343B3F57F8}"/>
              </a:ext>
            </a:extLst>
          </p:cNvPr>
          <p:cNvPicPr>
            <a:picLocks noChangeAspect="1"/>
          </p:cNvPicPr>
          <p:nvPr/>
        </p:nvPicPr>
        <p:blipFill>
          <a:blip r:embed="rId5"/>
          <a:srcRect l="26859" t="52379" r="26874" b="2349"/>
          <a:stretch>
            <a:fillRect/>
          </a:stretch>
        </p:blipFill>
        <p:spPr>
          <a:xfrm>
            <a:off x="3523298" y="4318413"/>
            <a:ext cx="398279" cy="389719"/>
          </a:xfrm>
          <a:prstGeom prst="rect">
            <a:avLst/>
          </a:prstGeom>
        </p:spPr>
      </p:pic>
      <p:grpSp>
        <p:nvGrpSpPr>
          <p:cNvPr id="66" name="Group 65">
            <a:extLst>
              <a:ext uri="{FF2B5EF4-FFF2-40B4-BE49-F238E27FC236}">
                <a16:creationId xmlns:a16="http://schemas.microsoft.com/office/drawing/2014/main" id="{658A7A12-122B-4A3C-11D3-C4D8BF732077}"/>
              </a:ext>
            </a:extLst>
          </p:cNvPr>
          <p:cNvGrpSpPr/>
          <p:nvPr/>
        </p:nvGrpSpPr>
        <p:grpSpPr>
          <a:xfrm>
            <a:off x="860459" y="4337076"/>
            <a:ext cx="2272871" cy="389019"/>
            <a:chOff x="3139699" y="4295282"/>
            <a:chExt cx="2272871" cy="389019"/>
          </a:xfrm>
        </p:grpSpPr>
        <p:sp>
          <p:nvSpPr>
            <p:cNvPr id="67" name="TextBox 41">
              <a:extLst>
                <a:ext uri="{FF2B5EF4-FFF2-40B4-BE49-F238E27FC236}">
                  <a16:creationId xmlns:a16="http://schemas.microsoft.com/office/drawing/2014/main" id="{5FE6F280-D970-382B-5260-25E219F86722}"/>
                </a:ext>
              </a:extLst>
            </p:cNvPr>
            <p:cNvSpPr txBox="1"/>
            <p:nvPr/>
          </p:nvSpPr>
          <p:spPr>
            <a:xfrm>
              <a:off x="3139699" y="4295282"/>
              <a:ext cx="1809978" cy="158890"/>
            </a:xfrm>
            <a:prstGeom prst="rect">
              <a:avLst/>
            </a:prstGeom>
          </p:spPr>
          <p:txBody>
            <a:bodyPr lIns="0" tIns="0" rIns="0" bIns="0" rtlCol="0" anchor="t">
              <a:spAutoFit/>
            </a:bodyPr>
            <a:lstStyle/>
            <a:p>
              <a:pPr>
                <a:lnSpc>
                  <a:spcPts val="1296"/>
                </a:lnSpc>
              </a:pPr>
              <a:r>
                <a:rPr lang="en-US" sz="1000" dirty="0">
                  <a:latin typeface="Arial" panose="020B0604020202020204" pitchFamily="34" charset="0"/>
                  <a:ea typeface="Aileron"/>
                  <a:cs typeface="Arial" panose="020B0604020202020204" pitchFamily="34" charset="0"/>
                  <a:sym typeface="Aileron"/>
                </a:rPr>
                <a:t>Mentor Name</a:t>
              </a:r>
            </a:p>
          </p:txBody>
        </p:sp>
        <p:sp>
          <p:nvSpPr>
            <p:cNvPr id="68" name="TextBox 43">
              <a:extLst>
                <a:ext uri="{FF2B5EF4-FFF2-40B4-BE49-F238E27FC236}">
                  <a16:creationId xmlns:a16="http://schemas.microsoft.com/office/drawing/2014/main" id="{A541DFB6-306C-CD3E-24BD-6D7131F87B73}"/>
                </a:ext>
              </a:extLst>
            </p:cNvPr>
            <p:cNvSpPr txBox="1"/>
            <p:nvPr/>
          </p:nvSpPr>
          <p:spPr>
            <a:xfrm>
              <a:off x="3139699" y="4456866"/>
              <a:ext cx="2272871" cy="227435"/>
            </a:xfrm>
            <a:prstGeom prst="rect">
              <a:avLst/>
            </a:prstGeom>
          </p:spPr>
          <p:txBody>
            <a:bodyPr lIns="0" tIns="0" rIns="0" bIns="0" rtlCol="0" anchor="t">
              <a:spAutoFit/>
            </a:bodyPr>
            <a:lstStyle/>
            <a:p>
              <a:pPr>
                <a:lnSpc>
                  <a:spcPts val="2038"/>
                </a:lnSpc>
              </a:pPr>
              <a:r>
                <a:rPr lang="en-US" sz="1200" b="1">
                  <a:solidFill>
                    <a:srgbClr val="0D358D"/>
                  </a:solidFill>
                  <a:latin typeface="Arial"/>
                  <a:ea typeface="Aileron Bold"/>
                  <a:cs typeface="Arial"/>
                </a:rPr>
                <a:t>Uma</a:t>
              </a:r>
              <a:endParaRPr lang="en-US" sz="1200" b="1" dirty="0">
                <a:solidFill>
                  <a:srgbClr val="0D358D"/>
                </a:solidFill>
                <a:latin typeface="Arial" panose="020B0604020202020204" pitchFamily="34" charset="0"/>
                <a:ea typeface="Aileron Bold"/>
                <a:cs typeface="Arial" panose="020B0604020202020204" pitchFamily="34" charset="0"/>
              </a:endParaRPr>
            </a:p>
          </p:txBody>
        </p:sp>
      </p:grpSp>
      <p:pic>
        <p:nvPicPr>
          <p:cNvPr id="71" name="Picture 70">
            <a:extLst>
              <a:ext uri="{FF2B5EF4-FFF2-40B4-BE49-F238E27FC236}">
                <a16:creationId xmlns:a16="http://schemas.microsoft.com/office/drawing/2014/main" id="{4094A52A-31D4-B030-C8BD-9B0ACB0083EC}"/>
              </a:ext>
            </a:extLst>
          </p:cNvPr>
          <p:cNvPicPr>
            <a:picLocks noChangeAspect="1"/>
          </p:cNvPicPr>
          <p:nvPr/>
        </p:nvPicPr>
        <p:blipFill>
          <a:blip r:embed="rId6"/>
          <a:srcRect l="28109" t="6546" r="28551" b="49509"/>
          <a:stretch>
            <a:fillRect/>
          </a:stretch>
        </p:blipFill>
        <p:spPr>
          <a:xfrm>
            <a:off x="447718" y="4346948"/>
            <a:ext cx="375815" cy="381063"/>
          </a:xfrm>
          <a:prstGeom prst="rect">
            <a:avLst/>
          </a:prstGeom>
        </p:spPr>
      </p:pic>
      <p:grpSp>
        <p:nvGrpSpPr>
          <p:cNvPr id="49" name="Group 48">
            <a:extLst>
              <a:ext uri="{FF2B5EF4-FFF2-40B4-BE49-F238E27FC236}">
                <a16:creationId xmlns:a16="http://schemas.microsoft.com/office/drawing/2014/main" id="{18150B14-0B49-9E22-C961-786A40F27A84}"/>
              </a:ext>
            </a:extLst>
          </p:cNvPr>
          <p:cNvGrpSpPr/>
          <p:nvPr/>
        </p:nvGrpSpPr>
        <p:grpSpPr>
          <a:xfrm>
            <a:off x="640733" y="769747"/>
            <a:ext cx="3051630" cy="258616"/>
            <a:chOff x="1068621" y="826472"/>
            <a:chExt cx="2166264" cy="183584"/>
          </a:xfrm>
        </p:grpSpPr>
        <p:pic>
          <p:nvPicPr>
            <p:cNvPr id="55" name="Picture 54" descr="A blue and black logo&#10;&#10;AI-generated content may be incorrect.">
              <a:extLst>
                <a:ext uri="{FF2B5EF4-FFF2-40B4-BE49-F238E27FC236}">
                  <a16:creationId xmlns:a16="http://schemas.microsoft.com/office/drawing/2014/main" id="{9016EA03-A173-06E1-C2CA-FF7DC65A3637}"/>
                </a:ext>
              </a:extLst>
            </p:cNvPr>
            <p:cNvPicPr>
              <a:picLocks noChangeAspect="1"/>
            </p:cNvPicPr>
            <p:nvPr/>
          </p:nvPicPr>
          <p:blipFill>
            <a:blip r:embed="rId7"/>
            <a:stretch>
              <a:fillRect/>
            </a:stretch>
          </p:blipFill>
          <p:spPr>
            <a:xfrm>
              <a:off x="1068621" y="826472"/>
              <a:ext cx="632879" cy="158848"/>
            </a:xfrm>
            <a:prstGeom prst="rect">
              <a:avLst/>
            </a:prstGeom>
          </p:spPr>
        </p:pic>
        <p:pic>
          <p:nvPicPr>
            <p:cNvPr id="57" name="Picture 56" descr="A close up of a logo&#10;&#10;AI-generated content may be incorrect.">
              <a:extLst>
                <a:ext uri="{FF2B5EF4-FFF2-40B4-BE49-F238E27FC236}">
                  <a16:creationId xmlns:a16="http://schemas.microsoft.com/office/drawing/2014/main" id="{B084208C-F6C2-47AC-3616-A62F69B53173}"/>
                </a:ext>
              </a:extLst>
            </p:cNvPr>
            <p:cNvPicPr>
              <a:picLocks noChangeAspect="1"/>
            </p:cNvPicPr>
            <p:nvPr/>
          </p:nvPicPr>
          <p:blipFill>
            <a:blip r:embed="rId8"/>
            <a:stretch>
              <a:fillRect/>
            </a:stretch>
          </p:blipFill>
          <p:spPr>
            <a:xfrm>
              <a:off x="2670437" y="826472"/>
              <a:ext cx="564448" cy="183584"/>
            </a:xfrm>
            <a:prstGeom prst="rect">
              <a:avLst/>
            </a:prstGeom>
          </p:spPr>
        </p:pic>
      </p:grpSp>
      <p:sp>
        <p:nvSpPr>
          <p:cNvPr id="31" name="Shape 7">
            <a:extLst>
              <a:ext uri="{FF2B5EF4-FFF2-40B4-BE49-F238E27FC236}">
                <a16:creationId xmlns:a16="http://schemas.microsoft.com/office/drawing/2014/main" id="{4DEADC42-07CF-F7CC-6F54-42498EAA37B3}"/>
              </a:ext>
            </a:extLst>
          </p:cNvPr>
          <p:cNvSpPr/>
          <p:nvPr/>
        </p:nvSpPr>
        <p:spPr>
          <a:xfrm rot="18195971">
            <a:off x="5802826" y="2309413"/>
            <a:ext cx="2834640" cy="109728"/>
          </a:xfrm>
          <a:prstGeom prst="rect">
            <a:avLst/>
          </a:prstGeom>
          <a:solidFill>
            <a:srgbClr val="4FC3F7"/>
          </a:solidFill>
          <a:ln/>
        </p:spPr>
        <p:txBody>
          <a:bodyPr/>
          <a:lstStyle/>
          <a:p>
            <a:endParaRPr lang="en-IN"/>
          </a:p>
        </p:txBody>
      </p:sp>
      <p:sp>
        <p:nvSpPr>
          <p:cNvPr id="32" name="Shape 8">
            <a:extLst>
              <a:ext uri="{FF2B5EF4-FFF2-40B4-BE49-F238E27FC236}">
                <a16:creationId xmlns:a16="http://schemas.microsoft.com/office/drawing/2014/main" id="{51B3A474-02DA-6A59-3FFF-434FDDC06A2B}"/>
              </a:ext>
            </a:extLst>
          </p:cNvPr>
          <p:cNvSpPr/>
          <p:nvPr/>
        </p:nvSpPr>
        <p:spPr>
          <a:xfrm rot="18195971">
            <a:off x="6146363" y="2413708"/>
            <a:ext cx="2468880" cy="109728"/>
          </a:xfrm>
          <a:prstGeom prst="rect">
            <a:avLst/>
          </a:prstGeom>
          <a:solidFill>
            <a:srgbClr val="4FC3F7"/>
          </a:solidFill>
          <a:ln/>
        </p:spPr>
        <p:txBody>
          <a:bodyPr/>
          <a:lstStyle/>
          <a:p>
            <a:endParaRPr lang="en-IN"/>
          </a:p>
        </p:txBody>
      </p:sp>
      <p:sp>
        <p:nvSpPr>
          <p:cNvPr id="33" name="Shape 9">
            <a:extLst>
              <a:ext uri="{FF2B5EF4-FFF2-40B4-BE49-F238E27FC236}">
                <a16:creationId xmlns:a16="http://schemas.microsoft.com/office/drawing/2014/main" id="{075C146A-525E-EAB1-2438-92AF6E344C2C}"/>
              </a:ext>
            </a:extLst>
          </p:cNvPr>
          <p:cNvSpPr/>
          <p:nvPr/>
        </p:nvSpPr>
        <p:spPr>
          <a:xfrm rot="18195971">
            <a:off x="6482126" y="2528680"/>
            <a:ext cx="2103120" cy="109728"/>
          </a:xfrm>
          <a:prstGeom prst="rect">
            <a:avLst/>
          </a:prstGeom>
          <a:solidFill>
            <a:srgbClr val="4FC3F7"/>
          </a:solidFill>
          <a:ln/>
        </p:spPr>
        <p:txBody>
          <a:bodyPr/>
          <a:lstStyle/>
          <a:p>
            <a:endParaRPr lang="en-IN"/>
          </a:p>
        </p:txBody>
      </p:sp>
      <p:sp>
        <p:nvSpPr>
          <p:cNvPr id="39" name="Shape 9">
            <a:extLst>
              <a:ext uri="{FF2B5EF4-FFF2-40B4-BE49-F238E27FC236}">
                <a16:creationId xmlns:a16="http://schemas.microsoft.com/office/drawing/2014/main" id="{ED47441A-C600-ACAC-5391-EF118874C98C}"/>
              </a:ext>
            </a:extLst>
          </p:cNvPr>
          <p:cNvSpPr/>
          <p:nvPr/>
        </p:nvSpPr>
        <p:spPr>
          <a:xfrm rot="18195971">
            <a:off x="6735713" y="2647223"/>
            <a:ext cx="1872046" cy="116269"/>
          </a:xfrm>
          <a:prstGeom prst="rect">
            <a:avLst/>
          </a:prstGeom>
          <a:solidFill>
            <a:srgbClr val="4FC3F7"/>
          </a:solidFill>
          <a:ln/>
        </p:spPr>
        <p:txBody>
          <a:bodyPr/>
          <a:lstStyle/>
          <a:p>
            <a:endParaRPr lang="en-IN"/>
          </a:p>
        </p:txBody>
      </p:sp>
      <p:pic>
        <p:nvPicPr>
          <p:cNvPr id="46" name="Picture 45">
            <a:extLst>
              <a:ext uri="{FF2B5EF4-FFF2-40B4-BE49-F238E27FC236}">
                <a16:creationId xmlns:a16="http://schemas.microsoft.com/office/drawing/2014/main" id="{21A2EF52-784B-5BFA-EB88-FB9E7588BFF8}"/>
              </a:ext>
            </a:extLst>
          </p:cNvPr>
          <p:cNvPicPr>
            <a:picLocks noChangeAspect="1"/>
          </p:cNvPicPr>
          <p:nvPr/>
        </p:nvPicPr>
        <p:blipFill>
          <a:blip r:embed="rId9"/>
          <a:srcRect b="19729"/>
          <a:stretch>
            <a:fillRect/>
          </a:stretch>
        </p:blipFill>
        <p:spPr>
          <a:xfrm>
            <a:off x="173754" y="1046557"/>
            <a:ext cx="3854253" cy="1849530"/>
          </a:xfrm>
          <a:prstGeom prst="rect">
            <a:avLst/>
          </a:prstGeom>
        </p:spPr>
      </p:pic>
      <p:sp>
        <p:nvSpPr>
          <p:cNvPr id="27" name="TextBox 26">
            <a:extLst>
              <a:ext uri="{FF2B5EF4-FFF2-40B4-BE49-F238E27FC236}">
                <a16:creationId xmlns:a16="http://schemas.microsoft.com/office/drawing/2014/main" id="{56CE2B4C-42F3-6C3D-A2AC-C0C414252A53}"/>
              </a:ext>
            </a:extLst>
          </p:cNvPr>
          <p:cNvSpPr txBox="1"/>
          <p:nvPr/>
        </p:nvSpPr>
        <p:spPr>
          <a:xfrm>
            <a:off x="68461" y="3462539"/>
            <a:ext cx="5447162" cy="400110"/>
          </a:xfrm>
          <a:prstGeom prst="rect">
            <a:avLst/>
          </a:prstGeom>
          <a:noFill/>
        </p:spPr>
        <p:txBody>
          <a:bodyPr wrap="square" lIns="91440" tIns="45720" rIns="91440" bIns="45720" anchor="t">
            <a:spAutoFit/>
          </a:bodyPr>
          <a:lstStyle/>
          <a:p>
            <a:pPr algn="ctr">
              <a:spcBef>
                <a:spcPts val="400"/>
              </a:spcBef>
              <a:spcAft>
                <a:spcPts val="400"/>
              </a:spcAft>
            </a:pPr>
            <a:r>
              <a:rPr lang="en-US" sz="2000" b="1" dirty="0">
                <a:solidFill>
                  <a:srgbClr val="1B3A8A"/>
                </a:solidFill>
                <a:latin typeface="Calibri"/>
                <a:ea typeface="Calibri"/>
                <a:cs typeface="Calibri"/>
              </a:rPr>
              <a:t>Bricks and Bytes: </a:t>
            </a:r>
            <a:r>
              <a:rPr lang="en-US" sz="2000" b="1">
                <a:solidFill>
                  <a:srgbClr val="1B3A8A"/>
                </a:solidFill>
                <a:latin typeface="Calibri"/>
                <a:ea typeface="Calibri"/>
                <a:cs typeface="Calibri"/>
              </a:rPr>
              <a:t>Real Estate</a:t>
            </a:r>
            <a:r>
              <a:rPr lang="en-US" sz="2000" b="1" dirty="0">
                <a:solidFill>
                  <a:srgbClr val="1B3A8A"/>
                </a:solidFill>
                <a:latin typeface="Calibri"/>
                <a:ea typeface="Calibri"/>
                <a:cs typeface="Calibri"/>
              </a:rPr>
              <a:t> Reimagined</a:t>
            </a:r>
            <a:endParaRPr lang="en-US" sz="2000" dirty="0"/>
          </a:p>
        </p:txBody>
      </p:sp>
    </p:spTree>
    <p:custDataLst>
      <p:tags r:id="rId1"/>
    </p:custDataLst>
    <p:extLst>
      <p:ext uri="{BB962C8B-B14F-4D97-AF65-F5344CB8AC3E}">
        <p14:creationId xmlns:p14="http://schemas.microsoft.com/office/powerpoint/2010/main" val="1212236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3A8A"/>
          </a:solidFill>
          <a:ln/>
        </p:spPr>
      </p:sp>
      <p:sp>
        <p:nvSpPr>
          <p:cNvPr id="3" name="Text 1"/>
          <p:cNvSpPr/>
          <p:nvPr/>
        </p:nvSpPr>
        <p:spPr>
          <a:xfrm>
            <a:off x="7772400" y="45720"/>
            <a:ext cx="1280160" cy="411480"/>
          </a:xfrm>
          <a:prstGeom prst="rect">
            <a:avLst/>
          </a:prstGeom>
          <a:noFill/>
          <a:ln/>
        </p:spPr>
        <p:txBody>
          <a:bodyPr wrap="square" rtlCol="0" anchor="ctr"/>
          <a:lstStyle/>
          <a:p>
            <a:pPr marL="0" indent="0" algn="r">
              <a:buNone/>
            </a:pPr>
            <a:r>
              <a:rPr lang="en-US" sz="800" b="1">
                <a:solidFill>
                  <a:srgbClr val="4FC3F7"/>
                </a:solidFill>
                <a:latin typeface="Calibri" pitchFamily="34" charset="0"/>
                <a:ea typeface="Calibri" pitchFamily="34" charset="-122"/>
                <a:cs typeface="Calibri" pitchFamily="34" charset="-120"/>
              </a:rPr>
              <a:t>edunet</a:t>
            </a:r>
            <a:endParaRPr lang="en-US" sz="800"/>
          </a:p>
          <a:p>
            <a:pPr marL="0" indent="0" algn="r">
              <a:buNone/>
            </a:pPr>
            <a:r>
              <a:rPr lang="en-US" sz="800" b="1">
                <a:solidFill>
                  <a:srgbClr val="4FC3F7"/>
                </a:solidFill>
                <a:latin typeface="Calibri" pitchFamily="34" charset="0"/>
                <a:ea typeface="Calibri" pitchFamily="34" charset="-122"/>
                <a:cs typeface="Calibri" pitchFamily="34" charset="-120"/>
              </a:rPr>
              <a:t>foundation</a:t>
            </a:r>
            <a:endParaRPr lang="en-US" sz="800"/>
          </a:p>
        </p:txBody>
      </p:sp>
      <p:sp>
        <p:nvSpPr>
          <p:cNvPr id="4" name="Text 2"/>
          <p:cNvSpPr/>
          <p:nvPr/>
        </p:nvSpPr>
        <p:spPr>
          <a:xfrm>
            <a:off x="320040" y="621792"/>
            <a:ext cx="8229600" cy="438912"/>
          </a:xfrm>
          <a:prstGeom prst="rect">
            <a:avLst/>
          </a:prstGeom>
          <a:noFill/>
          <a:ln/>
        </p:spPr>
        <p:txBody>
          <a:bodyPr wrap="square" lIns="91440" tIns="45720" rIns="91440" bIns="45720" rtlCol="0" anchor="ctr"/>
          <a:lstStyle/>
          <a:p>
            <a:pPr marL="0" indent="0">
              <a:buNone/>
            </a:pPr>
            <a:r>
              <a:rPr lang="en-US" sz="2800" b="1">
                <a:solidFill>
                  <a:srgbClr val="1B3A8A"/>
                </a:solidFill>
                <a:latin typeface="Calibri"/>
                <a:ea typeface="Calibri"/>
                <a:cs typeface="Calibri"/>
              </a:rPr>
              <a:t>OUTLINE</a:t>
            </a:r>
            <a:endParaRPr lang="en-US" sz="2800">
              <a:latin typeface="Calibri"/>
              <a:ea typeface="Calibri"/>
              <a:cs typeface="Calibri"/>
            </a:endParaRPr>
          </a:p>
        </p:txBody>
      </p:sp>
      <p:sp>
        <p:nvSpPr>
          <p:cNvPr id="5" name="Shape 3"/>
          <p:cNvSpPr/>
          <p:nvPr/>
        </p:nvSpPr>
        <p:spPr>
          <a:xfrm>
            <a:off x="0" y="4983480"/>
            <a:ext cx="9144000" cy="160020"/>
          </a:xfrm>
          <a:prstGeom prst="rect">
            <a:avLst/>
          </a:prstGeom>
          <a:solidFill>
            <a:srgbClr val="1B3A8A"/>
          </a:solidFill>
          <a:ln/>
        </p:spPr>
      </p:sp>
      <p:sp>
        <p:nvSpPr>
          <p:cNvPr id="6" name="Text 4"/>
          <p:cNvSpPr/>
          <p:nvPr/>
        </p:nvSpPr>
        <p:spPr>
          <a:xfrm>
            <a:off x="457200" y="1234440"/>
            <a:ext cx="4389120" cy="402336"/>
          </a:xfrm>
          <a:prstGeom prst="rect">
            <a:avLst/>
          </a:prstGeom>
          <a:noFill/>
          <a:ln/>
        </p:spPr>
        <p:txBody>
          <a:bodyPr wrap="square" rtlCol="0" anchor="ctr"/>
          <a:lstStyle/>
          <a:p>
            <a:pPr marL="0" indent="0">
              <a:buNone/>
            </a:pPr>
            <a:r>
              <a:rPr lang="en-US" sz="1300" b="1">
                <a:solidFill>
                  <a:srgbClr val="1565C0"/>
                </a:solidFill>
                <a:latin typeface="Calibri" pitchFamily="34" charset="0"/>
                <a:ea typeface="Calibri" pitchFamily="34" charset="-122"/>
                <a:cs typeface="Calibri" pitchFamily="34" charset="-120"/>
              </a:rPr>
              <a:t>• </a:t>
            </a:r>
            <a:r>
              <a:rPr lang="en-US" sz="1300">
                <a:solidFill>
                  <a:srgbClr val="1A1A2E"/>
                </a:solidFill>
                <a:latin typeface="Calibri" pitchFamily="34" charset="0"/>
                <a:ea typeface="Calibri" pitchFamily="34" charset="-122"/>
                <a:cs typeface="Calibri" pitchFamily="34" charset="-120"/>
              </a:rPr>
              <a:t>Abstract of the Project</a:t>
            </a:r>
            <a:endParaRPr lang="en-US" sz="1300"/>
          </a:p>
        </p:txBody>
      </p:sp>
      <p:sp>
        <p:nvSpPr>
          <p:cNvPr id="7" name="Text 5"/>
          <p:cNvSpPr/>
          <p:nvPr/>
        </p:nvSpPr>
        <p:spPr>
          <a:xfrm>
            <a:off x="457200" y="1664208"/>
            <a:ext cx="4389120" cy="402336"/>
          </a:xfrm>
          <a:prstGeom prst="rect">
            <a:avLst/>
          </a:prstGeom>
          <a:noFill/>
          <a:ln/>
        </p:spPr>
        <p:txBody>
          <a:bodyPr wrap="square" rtlCol="0" anchor="ctr"/>
          <a:lstStyle/>
          <a:p>
            <a:pPr marL="0" indent="0">
              <a:buNone/>
            </a:pPr>
            <a:r>
              <a:rPr lang="en-US" sz="1300" b="1">
                <a:solidFill>
                  <a:srgbClr val="1565C0"/>
                </a:solidFill>
                <a:latin typeface="Calibri" pitchFamily="34" charset="0"/>
                <a:ea typeface="Calibri" pitchFamily="34" charset="-122"/>
                <a:cs typeface="Calibri" pitchFamily="34" charset="-120"/>
              </a:rPr>
              <a:t>• </a:t>
            </a:r>
            <a:r>
              <a:rPr lang="en-US" sz="1300">
                <a:solidFill>
                  <a:srgbClr val="1A1A2E"/>
                </a:solidFill>
                <a:latin typeface="Calibri" pitchFamily="34" charset="0"/>
                <a:ea typeface="Calibri" pitchFamily="34" charset="-122"/>
                <a:cs typeface="Calibri" pitchFamily="34" charset="-120"/>
              </a:rPr>
              <a:t>Problem Statement</a:t>
            </a:r>
            <a:endParaRPr lang="en-US" sz="1300"/>
          </a:p>
        </p:txBody>
      </p:sp>
      <p:sp>
        <p:nvSpPr>
          <p:cNvPr id="8" name="Text 6"/>
          <p:cNvSpPr/>
          <p:nvPr/>
        </p:nvSpPr>
        <p:spPr>
          <a:xfrm>
            <a:off x="457200" y="2093976"/>
            <a:ext cx="4389120" cy="402336"/>
          </a:xfrm>
          <a:prstGeom prst="rect">
            <a:avLst/>
          </a:prstGeom>
          <a:noFill/>
          <a:ln/>
        </p:spPr>
        <p:txBody>
          <a:bodyPr wrap="square" rtlCol="0" anchor="ctr"/>
          <a:lstStyle/>
          <a:p>
            <a:pPr marL="0" indent="0">
              <a:buNone/>
            </a:pPr>
            <a:r>
              <a:rPr lang="en-US" sz="1300" b="1">
                <a:solidFill>
                  <a:srgbClr val="1565C0"/>
                </a:solidFill>
                <a:latin typeface="Calibri" pitchFamily="34" charset="0"/>
                <a:ea typeface="Calibri" pitchFamily="34" charset="-122"/>
                <a:cs typeface="Calibri" pitchFamily="34" charset="-120"/>
              </a:rPr>
              <a:t>• </a:t>
            </a:r>
            <a:r>
              <a:rPr lang="en-US" sz="1300">
                <a:solidFill>
                  <a:srgbClr val="1A1A2E"/>
                </a:solidFill>
                <a:latin typeface="Calibri" pitchFamily="34" charset="0"/>
                <a:ea typeface="Calibri" pitchFamily="34" charset="-122"/>
                <a:cs typeface="Calibri" pitchFamily="34" charset="-120"/>
              </a:rPr>
              <a:t>Proposed Solution</a:t>
            </a:r>
            <a:endParaRPr lang="en-US" sz="1300"/>
          </a:p>
        </p:txBody>
      </p:sp>
      <p:sp>
        <p:nvSpPr>
          <p:cNvPr id="9" name="Text 7"/>
          <p:cNvSpPr/>
          <p:nvPr/>
        </p:nvSpPr>
        <p:spPr>
          <a:xfrm>
            <a:off x="457200" y="2523744"/>
            <a:ext cx="4389120" cy="402336"/>
          </a:xfrm>
          <a:prstGeom prst="rect">
            <a:avLst/>
          </a:prstGeom>
          <a:noFill/>
          <a:ln/>
        </p:spPr>
        <p:txBody>
          <a:bodyPr wrap="square" rtlCol="0" anchor="ctr"/>
          <a:lstStyle/>
          <a:p>
            <a:pPr marL="0" indent="0">
              <a:buNone/>
            </a:pPr>
            <a:r>
              <a:rPr lang="en-US" sz="1300" b="1">
                <a:solidFill>
                  <a:srgbClr val="1565C0"/>
                </a:solidFill>
                <a:latin typeface="Calibri" pitchFamily="34" charset="0"/>
                <a:ea typeface="Calibri" pitchFamily="34" charset="-122"/>
                <a:cs typeface="Calibri" pitchFamily="34" charset="-120"/>
              </a:rPr>
              <a:t>• </a:t>
            </a:r>
            <a:r>
              <a:rPr lang="en-US" sz="1300">
                <a:solidFill>
                  <a:srgbClr val="1A1A2E"/>
                </a:solidFill>
                <a:latin typeface="Calibri" pitchFamily="34" charset="0"/>
                <a:ea typeface="Calibri" pitchFamily="34" charset="-122"/>
                <a:cs typeface="Calibri" pitchFamily="34" charset="-120"/>
              </a:rPr>
              <a:t>System Architecture</a:t>
            </a:r>
            <a:endParaRPr lang="en-US" sz="1300"/>
          </a:p>
        </p:txBody>
      </p:sp>
      <p:sp>
        <p:nvSpPr>
          <p:cNvPr id="10" name="Text 8"/>
          <p:cNvSpPr/>
          <p:nvPr/>
        </p:nvSpPr>
        <p:spPr>
          <a:xfrm>
            <a:off x="457200" y="2953512"/>
            <a:ext cx="4389120" cy="402336"/>
          </a:xfrm>
          <a:prstGeom prst="rect">
            <a:avLst/>
          </a:prstGeom>
          <a:noFill/>
          <a:ln/>
        </p:spPr>
        <p:txBody>
          <a:bodyPr wrap="square" rtlCol="0" anchor="ctr"/>
          <a:lstStyle/>
          <a:p>
            <a:pPr marL="0" indent="0">
              <a:buNone/>
            </a:pPr>
            <a:r>
              <a:rPr lang="en-US" sz="1300" b="1">
                <a:solidFill>
                  <a:srgbClr val="1565C0"/>
                </a:solidFill>
                <a:latin typeface="Calibri" pitchFamily="34" charset="0"/>
                <a:ea typeface="Calibri" pitchFamily="34" charset="-122"/>
                <a:cs typeface="Calibri" pitchFamily="34" charset="-120"/>
              </a:rPr>
              <a:t>• </a:t>
            </a:r>
            <a:r>
              <a:rPr lang="en-US" sz="1300">
                <a:solidFill>
                  <a:srgbClr val="1A1A2E"/>
                </a:solidFill>
                <a:latin typeface="Calibri" pitchFamily="34" charset="0"/>
                <a:ea typeface="Calibri" pitchFamily="34" charset="-122"/>
                <a:cs typeface="Calibri" pitchFamily="34" charset="-120"/>
              </a:rPr>
              <a:t>Live Demo of the Project</a:t>
            </a:r>
            <a:endParaRPr lang="en-US" sz="1300"/>
          </a:p>
        </p:txBody>
      </p:sp>
      <p:sp>
        <p:nvSpPr>
          <p:cNvPr id="11" name="Text 9"/>
          <p:cNvSpPr/>
          <p:nvPr/>
        </p:nvSpPr>
        <p:spPr>
          <a:xfrm>
            <a:off x="457200" y="3383280"/>
            <a:ext cx="4389120" cy="402336"/>
          </a:xfrm>
          <a:prstGeom prst="rect">
            <a:avLst/>
          </a:prstGeom>
          <a:noFill/>
          <a:ln/>
        </p:spPr>
        <p:txBody>
          <a:bodyPr wrap="square" rtlCol="0" anchor="ctr"/>
          <a:lstStyle/>
          <a:p>
            <a:pPr marL="0" indent="0">
              <a:buNone/>
            </a:pPr>
            <a:r>
              <a:rPr lang="en-US" sz="1300" b="1">
                <a:solidFill>
                  <a:srgbClr val="1565C0"/>
                </a:solidFill>
                <a:latin typeface="Calibri" pitchFamily="34" charset="0"/>
                <a:ea typeface="Calibri" pitchFamily="34" charset="-122"/>
                <a:cs typeface="Calibri" pitchFamily="34" charset="-120"/>
              </a:rPr>
              <a:t>• </a:t>
            </a:r>
            <a:r>
              <a:rPr lang="en-US" sz="1300">
                <a:solidFill>
                  <a:srgbClr val="1A1A2E"/>
                </a:solidFill>
                <a:latin typeface="Calibri" pitchFamily="34" charset="0"/>
                <a:ea typeface="Calibri" pitchFamily="34" charset="-122"/>
                <a:cs typeface="Calibri" pitchFamily="34" charset="-120"/>
              </a:rPr>
              <a:t>Embedded Video of Project</a:t>
            </a:r>
            <a:endParaRPr lang="en-US" sz="1300"/>
          </a:p>
        </p:txBody>
      </p:sp>
      <p:sp>
        <p:nvSpPr>
          <p:cNvPr id="12" name="Text 10"/>
          <p:cNvSpPr/>
          <p:nvPr/>
        </p:nvSpPr>
        <p:spPr>
          <a:xfrm>
            <a:off x="457200" y="3813048"/>
            <a:ext cx="4389120" cy="402336"/>
          </a:xfrm>
          <a:prstGeom prst="rect">
            <a:avLst/>
          </a:prstGeom>
          <a:noFill/>
          <a:ln/>
        </p:spPr>
        <p:txBody>
          <a:bodyPr wrap="square" rtlCol="0" anchor="ctr"/>
          <a:lstStyle/>
          <a:p>
            <a:pPr marL="0" indent="0">
              <a:buNone/>
            </a:pPr>
            <a:r>
              <a:rPr lang="en-US" sz="1300" b="1">
                <a:solidFill>
                  <a:srgbClr val="1565C0"/>
                </a:solidFill>
                <a:latin typeface="Calibri" pitchFamily="34" charset="0"/>
                <a:ea typeface="Calibri" pitchFamily="34" charset="-122"/>
                <a:cs typeface="Calibri" pitchFamily="34" charset="-120"/>
              </a:rPr>
              <a:t>• </a:t>
            </a:r>
            <a:r>
              <a:rPr lang="en-US" sz="1300">
                <a:solidFill>
                  <a:srgbClr val="1A1A2E"/>
                </a:solidFill>
                <a:latin typeface="Calibri" pitchFamily="34" charset="0"/>
                <a:ea typeface="Calibri" pitchFamily="34" charset="-122"/>
                <a:cs typeface="Calibri" pitchFamily="34" charset="-120"/>
              </a:rPr>
              <a:t>Conclusion</a:t>
            </a:r>
            <a:endParaRPr lang="en-US" sz="1300"/>
          </a:p>
        </p:txBody>
      </p:sp>
      <p:sp>
        <p:nvSpPr>
          <p:cNvPr id="13" name="Text 11"/>
          <p:cNvSpPr/>
          <p:nvPr/>
        </p:nvSpPr>
        <p:spPr>
          <a:xfrm>
            <a:off x="457200" y="4242816"/>
            <a:ext cx="4389120" cy="402336"/>
          </a:xfrm>
          <a:prstGeom prst="rect">
            <a:avLst/>
          </a:prstGeom>
          <a:noFill/>
          <a:ln/>
        </p:spPr>
        <p:txBody>
          <a:bodyPr wrap="square" rtlCol="0" anchor="ctr"/>
          <a:lstStyle/>
          <a:p>
            <a:pPr marL="0" indent="0">
              <a:buNone/>
            </a:pPr>
            <a:r>
              <a:rPr lang="en-US" sz="1300" b="1">
                <a:solidFill>
                  <a:srgbClr val="1565C0"/>
                </a:solidFill>
                <a:latin typeface="Calibri" pitchFamily="34" charset="0"/>
                <a:ea typeface="Calibri" pitchFamily="34" charset="-122"/>
                <a:cs typeface="Calibri" pitchFamily="34" charset="-120"/>
              </a:rPr>
              <a:t>• </a:t>
            </a:r>
            <a:r>
              <a:rPr lang="en-US" sz="1300">
                <a:solidFill>
                  <a:srgbClr val="1A1A2E"/>
                </a:solidFill>
                <a:latin typeface="Calibri" pitchFamily="34" charset="0"/>
                <a:ea typeface="Calibri" pitchFamily="34" charset="-122"/>
                <a:cs typeface="Calibri" pitchFamily="34" charset="-120"/>
              </a:rPr>
              <a:t>Future Scope</a:t>
            </a:r>
            <a:endParaRPr lang="en-US" sz="13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3A8A"/>
          </a:solidFill>
          <a:ln/>
        </p:spPr>
      </p:sp>
      <p:sp>
        <p:nvSpPr>
          <p:cNvPr id="3" name="Text 1"/>
          <p:cNvSpPr/>
          <p:nvPr/>
        </p:nvSpPr>
        <p:spPr>
          <a:xfrm>
            <a:off x="7772400" y="45720"/>
            <a:ext cx="1280160" cy="411480"/>
          </a:xfrm>
          <a:prstGeom prst="rect">
            <a:avLst/>
          </a:prstGeom>
          <a:noFill/>
          <a:ln/>
        </p:spPr>
        <p:txBody>
          <a:bodyPr wrap="square" rtlCol="0" anchor="ctr"/>
          <a:lstStyle/>
          <a:p>
            <a:pPr marL="0" indent="0" algn="r">
              <a:buNone/>
            </a:pPr>
            <a:r>
              <a:rPr lang="en-US" sz="800" b="1">
                <a:solidFill>
                  <a:srgbClr val="4FC3F7"/>
                </a:solidFill>
                <a:latin typeface="Calibri" pitchFamily="34" charset="0"/>
                <a:ea typeface="Calibri" pitchFamily="34" charset="-122"/>
                <a:cs typeface="Calibri" pitchFamily="34" charset="-120"/>
              </a:rPr>
              <a:t>edunet</a:t>
            </a:r>
            <a:endParaRPr lang="en-US" sz="800"/>
          </a:p>
          <a:p>
            <a:pPr marL="0" indent="0" algn="r">
              <a:buNone/>
            </a:pPr>
            <a:r>
              <a:rPr lang="en-US" sz="800" b="1">
                <a:solidFill>
                  <a:srgbClr val="4FC3F7"/>
                </a:solidFill>
                <a:latin typeface="Calibri" pitchFamily="34" charset="0"/>
                <a:ea typeface="Calibri" pitchFamily="34" charset="-122"/>
                <a:cs typeface="Calibri" pitchFamily="34" charset="-120"/>
              </a:rPr>
              <a:t>foundation</a:t>
            </a:r>
            <a:endParaRPr lang="en-US" sz="800"/>
          </a:p>
        </p:txBody>
      </p:sp>
      <p:sp>
        <p:nvSpPr>
          <p:cNvPr id="4" name="Text 2"/>
          <p:cNvSpPr/>
          <p:nvPr/>
        </p:nvSpPr>
        <p:spPr>
          <a:xfrm>
            <a:off x="320040" y="621792"/>
            <a:ext cx="8229600" cy="438912"/>
          </a:xfrm>
          <a:prstGeom prst="rect">
            <a:avLst/>
          </a:prstGeom>
          <a:noFill/>
          <a:ln/>
        </p:spPr>
        <p:txBody>
          <a:bodyPr wrap="square" lIns="91440" tIns="45720" rIns="91440" bIns="45720" rtlCol="0" anchor="ctr"/>
          <a:lstStyle/>
          <a:p>
            <a:pPr marL="0" indent="0">
              <a:buNone/>
            </a:pPr>
            <a:r>
              <a:rPr lang="en-US" sz="2800" b="1">
                <a:solidFill>
                  <a:srgbClr val="1B3A8A"/>
                </a:solidFill>
                <a:latin typeface="Calibri"/>
                <a:ea typeface="Calibri"/>
                <a:cs typeface="Calibri"/>
              </a:rPr>
              <a:t>Abstract</a:t>
            </a:r>
            <a:endParaRPr lang="en-US" sz="2800">
              <a:latin typeface="Calibri"/>
              <a:ea typeface="Calibri"/>
              <a:cs typeface="Calibri"/>
            </a:endParaRPr>
          </a:p>
        </p:txBody>
      </p:sp>
      <p:sp>
        <p:nvSpPr>
          <p:cNvPr id="5" name="Shape 3"/>
          <p:cNvSpPr/>
          <p:nvPr/>
        </p:nvSpPr>
        <p:spPr>
          <a:xfrm>
            <a:off x="0" y="4983480"/>
            <a:ext cx="9144000" cy="160020"/>
          </a:xfrm>
          <a:prstGeom prst="rect">
            <a:avLst/>
          </a:prstGeom>
          <a:solidFill>
            <a:srgbClr val="1B3A8A"/>
          </a:solidFill>
          <a:ln/>
        </p:spPr>
      </p:sp>
      <p:sp>
        <p:nvSpPr>
          <p:cNvPr id="6" name="TextBox 5">
            <a:extLst>
              <a:ext uri="{FF2B5EF4-FFF2-40B4-BE49-F238E27FC236}">
                <a16:creationId xmlns:a16="http://schemas.microsoft.com/office/drawing/2014/main" id="{C4E6022B-7813-0277-90AA-6183A4524824}"/>
              </a:ext>
            </a:extLst>
          </p:cNvPr>
          <p:cNvSpPr txBox="1"/>
          <p:nvPr/>
        </p:nvSpPr>
        <p:spPr>
          <a:xfrm>
            <a:off x="323491" y="1288571"/>
            <a:ext cx="5876745"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000000"/>
                </a:solidFill>
                <a:ea typeface="+mn-lt"/>
                <a:cs typeface="+mn-lt"/>
              </a:rPr>
              <a:t>Analyzed the Kolkata real estate market using property records across five zones as part of the AICW Fellowship program. The project was built entirely within the Microsoft 365 ecosystem without writing any code. Using Microsoft Excel with Copilot, Power BI, and Copilot Studio, a three-layer intelligence platform was developed.</a:t>
            </a:r>
            <a:endParaRPr lang="en-US"/>
          </a:p>
          <a:p>
            <a:pPr algn="ctr"/>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3A8A"/>
          </a:solidFill>
          <a:ln/>
        </p:spPr>
      </p:sp>
      <p:sp>
        <p:nvSpPr>
          <p:cNvPr id="3" name="Text 1"/>
          <p:cNvSpPr/>
          <p:nvPr/>
        </p:nvSpPr>
        <p:spPr>
          <a:xfrm>
            <a:off x="7772400" y="45720"/>
            <a:ext cx="1280160" cy="411480"/>
          </a:xfrm>
          <a:prstGeom prst="rect">
            <a:avLst/>
          </a:prstGeom>
          <a:noFill/>
          <a:ln/>
        </p:spPr>
        <p:txBody>
          <a:bodyPr wrap="square" rtlCol="0" anchor="ctr"/>
          <a:lstStyle/>
          <a:p>
            <a:pPr marL="0" indent="0" algn="r">
              <a:buNone/>
            </a:pPr>
            <a:r>
              <a:rPr lang="en-US" sz="800" b="1">
                <a:solidFill>
                  <a:srgbClr val="4FC3F7"/>
                </a:solidFill>
                <a:latin typeface="Calibri" pitchFamily="34" charset="0"/>
                <a:ea typeface="Calibri" pitchFamily="34" charset="-122"/>
                <a:cs typeface="Calibri" pitchFamily="34" charset="-120"/>
              </a:rPr>
              <a:t>edunet</a:t>
            </a:r>
            <a:endParaRPr lang="en-US" sz="800"/>
          </a:p>
          <a:p>
            <a:pPr marL="0" indent="0" algn="r">
              <a:buNone/>
            </a:pPr>
            <a:r>
              <a:rPr lang="en-US" sz="800" b="1">
                <a:solidFill>
                  <a:srgbClr val="4FC3F7"/>
                </a:solidFill>
                <a:latin typeface="Calibri" pitchFamily="34" charset="0"/>
                <a:ea typeface="Calibri" pitchFamily="34" charset="-122"/>
                <a:cs typeface="Calibri" pitchFamily="34" charset="-120"/>
              </a:rPr>
              <a:t>foundation</a:t>
            </a:r>
            <a:endParaRPr lang="en-US" sz="800"/>
          </a:p>
        </p:txBody>
      </p:sp>
      <p:sp>
        <p:nvSpPr>
          <p:cNvPr id="4" name="Text 2"/>
          <p:cNvSpPr/>
          <p:nvPr/>
        </p:nvSpPr>
        <p:spPr>
          <a:xfrm>
            <a:off x="320040" y="621792"/>
            <a:ext cx="8229600" cy="438912"/>
          </a:xfrm>
          <a:prstGeom prst="rect">
            <a:avLst/>
          </a:prstGeom>
          <a:noFill/>
          <a:ln/>
        </p:spPr>
        <p:txBody>
          <a:bodyPr wrap="square" lIns="91440" tIns="45720" rIns="91440" bIns="45720" rtlCol="0" anchor="ctr"/>
          <a:lstStyle/>
          <a:p>
            <a:pPr marL="0" indent="0">
              <a:buNone/>
            </a:pPr>
            <a:r>
              <a:rPr lang="en-US" sz="2800" b="1">
                <a:solidFill>
                  <a:srgbClr val="1B3A8A"/>
                </a:solidFill>
                <a:latin typeface="Calibri"/>
                <a:ea typeface="Calibri"/>
                <a:cs typeface="Calibri"/>
              </a:rPr>
              <a:t>Problem Statement</a:t>
            </a:r>
            <a:endParaRPr lang="en-US" sz="2800">
              <a:latin typeface="Calibri"/>
              <a:ea typeface="Calibri"/>
              <a:cs typeface="Calibri"/>
            </a:endParaRPr>
          </a:p>
        </p:txBody>
      </p:sp>
      <p:sp>
        <p:nvSpPr>
          <p:cNvPr id="5" name="Shape 3"/>
          <p:cNvSpPr/>
          <p:nvPr/>
        </p:nvSpPr>
        <p:spPr>
          <a:xfrm>
            <a:off x="0" y="4983480"/>
            <a:ext cx="9144000" cy="160020"/>
          </a:xfrm>
          <a:prstGeom prst="rect">
            <a:avLst/>
          </a:prstGeom>
          <a:solidFill>
            <a:srgbClr val="1B3A8A"/>
          </a:solidFill>
          <a:ln/>
        </p:spPr>
      </p:sp>
      <p:sp>
        <p:nvSpPr>
          <p:cNvPr id="6" name="TextBox 5">
            <a:extLst>
              <a:ext uri="{FF2B5EF4-FFF2-40B4-BE49-F238E27FC236}">
                <a16:creationId xmlns:a16="http://schemas.microsoft.com/office/drawing/2014/main" id="{EE76AC24-5CB7-D860-6A01-E6D8ABD38610}"/>
              </a:ext>
            </a:extLst>
          </p:cNvPr>
          <p:cNvSpPr txBox="1"/>
          <p:nvPr/>
        </p:nvSpPr>
        <p:spPr>
          <a:xfrm>
            <a:off x="319334" y="1287678"/>
            <a:ext cx="4374723" cy="3108543"/>
          </a:xfrm>
          <a:prstGeom prst="rect">
            <a:avLst/>
          </a:prstGeom>
          <a:noFill/>
        </p:spPr>
        <p:txBody>
          <a:bodyPr wrap="square" lIns="91440" tIns="45720" rIns="91440" bIns="4572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buFont typeface="Arial"/>
              <a:buChar char="•"/>
              <a:tabLst>
                <a:tab pos="4229100" algn="ctr"/>
              </a:tabLst>
            </a:pPr>
            <a:r>
              <a:rPr lang="en-US">
                <a:latin typeface="Calibri"/>
                <a:ea typeface="+mn-lt"/>
                <a:cs typeface="Calibri"/>
              </a:rPr>
              <a:t>Unstructured and inaccessible data</a:t>
            </a:r>
            <a:r>
              <a:rPr lang="en-US">
                <a:effectLst/>
                <a:latin typeface="Calibri"/>
                <a:ea typeface="+mn-lt"/>
                <a:cs typeface="Calibri"/>
              </a:rPr>
              <a:t>.</a:t>
            </a:r>
            <a:endParaRPr lang="en-US">
              <a:ea typeface="Calibri" panose="020F0502020204030204"/>
              <a:cs typeface="Calibri" panose="020F0502020204030204"/>
            </a:endParaRPr>
          </a:p>
          <a:p>
            <a:pPr marL="285750" indent="-285750">
              <a:buFont typeface="Arial"/>
              <a:buChar char="•"/>
              <a:tabLst>
                <a:tab pos="4229100" algn="ctr"/>
              </a:tabLst>
            </a:pPr>
            <a:r>
              <a:rPr lang="en-US">
                <a:latin typeface="Calibri"/>
                <a:ea typeface="+mn-lt"/>
                <a:cs typeface="Calibri"/>
              </a:rPr>
              <a:t>ML models require heavy coding skills, </a:t>
            </a:r>
          </a:p>
          <a:p>
            <a:pPr marL="285750" indent="-285750">
              <a:buFont typeface="Arial"/>
              <a:buChar char="•"/>
              <a:tabLst>
                <a:tab pos="4229100" algn="ctr"/>
              </a:tabLst>
            </a:pPr>
            <a:r>
              <a:rPr lang="en-US">
                <a:latin typeface="Calibri"/>
                <a:ea typeface="+mn-lt"/>
                <a:cs typeface="Calibri"/>
              </a:rPr>
              <a:t>lack of zone-level price transparency, rental vs. sale visibility, and intelligent property recommendations to  </a:t>
            </a:r>
            <a:r>
              <a:rPr lang="en-US" b="1">
                <a:latin typeface="Calibri"/>
                <a:ea typeface="+mn-lt"/>
                <a:cs typeface="Calibri"/>
              </a:rPr>
              <a:t>Buyers, investors, and landlords.</a:t>
            </a:r>
            <a:endParaRPr lang="en-US">
              <a:latin typeface="Calibri"/>
              <a:ea typeface="Calibri"/>
              <a:cs typeface="Calibri"/>
            </a:endParaRPr>
          </a:p>
          <a:p>
            <a:pPr marL="285750" indent="-285750">
              <a:buFont typeface="Arial"/>
              <a:buChar char="•"/>
              <a:tabLst>
                <a:tab pos="4229100" algn="ctr"/>
              </a:tabLst>
            </a:pPr>
            <a:r>
              <a:rPr lang="en-US" dirty="0">
                <a:latin typeface="Calibri"/>
                <a:ea typeface="+mn-lt"/>
                <a:cs typeface="Calibri"/>
              </a:rPr>
              <a:t>No existing tool for </a:t>
            </a:r>
            <a:r>
              <a:rPr lang="en-US" b="1" dirty="0">
                <a:latin typeface="Calibri"/>
                <a:ea typeface="+mn-lt"/>
                <a:cs typeface="Calibri"/>
              </a:rPr>
              <a:t>data analysis, visual dashboards, and conversational AI</a:t>
            </a:r>
            <a:r>
              <a:rPr lang="en-US" dirty="0">
                <a:latin typeface="Calibri"/>
                <a:ea typeface="+mn-lt"/>
                <a:cs typeface="Calibri"/>
              </a:rPr>
              <a:t> in one unified platfor</a:t>
            </a:r>
            <a:r>
              <a:rPr lang="en-US">
                <a:latin typeface="Calibri"/>
                <a:ea typeface="+mn-lt"/>
                <a:cs typeface="Calibri"/>
              </a:rPr>
              <a:t>m.</a:t>
            </a:r>
            <a:endParaRPr lang="en-US" dirty="0">
              <a:latin typeface="Calibri"/>
              <a:ea typeface="+mn-lt"/>
              <a:cs typeface="Calibri"/>
            </a:endParaRPr>
          </a:p>
          <a:p>
            <a:pPr>
              <a:tabLst>
                <a:tab pos="4229100" algn="ctr"/>
              </a:tabLst>
            </a:pPr>
            <a:endParaRPr lang="en-US" sz="1600" dirty="0">
              <a:latin typeface="Calibri"/>
              <a:ea typeface="+mn-lt"/>
              <a:cs typeface="Calibri"/>
            </a:endParaRPr>
          </a:p>
          <a:p>
            <a:pPr marL="228600" indent="-228600">
              <a:spcAft>
                <a:spcPts val="800"/>
              </a:spcAft>
              <a:buFont typeface="Arial" panose="020B0604020202020204" pitchFamily="34" charset="0"/>
              <a:buChar char="•"/>
              <a:tabLst>
                <a:tab pos="4229100" algn="ctr"/>
              </a:tabLst>
            </a:pPr>
            <a:endParaRPr lang="en-US" dirty="0">
              <a:latin typeface="Lato" panose="020F0502020204030203" pitchFamily="34" charset="0"/>
              <a:ea typeface="+mn-lt"/>
              <a:cs typeface="Arial" panose="020B0604020202020204" pitchFamily="34" charset="0"/>
            </a:endParaRPr>
          </a:p>
        </p:txBody>
      </p:sp>
      <p:pic>
        <p:nvPicPr>
          <p:cNvPr id="7" name="Picture 6" descr="some research questions or hypotheses">
            <a:extLst>
              <a:ext uri="{FF2B5EF4-FFF2-40B4-BE49-F238E27FC236}">
                <a16:creationId xmlns:a16="http://schemas.microsoft.com/office/drawing/2014/main" id="{FF930B91-7260-D512-0F5C-033A65424AD2}"/>
              </a:ext>
            </a:extLst>
          </p:cNvPr>
          <p:cNvPicPr>
            <a:picLocks noChangeAspect="1"/>
          </p:cNvPicPr>
          <p:nvPr/>
        </p:nvPicPr>
        <p:blipFill>
          <a:blip r:embed="rId3"/>
          <a:stretch>
            <a:fillRect/>
          </a:stretch>
        </p:blipFill>
        <p:spPr>
          <a:xfrm>
            <a:off x="5012726" y="1024386"/>
            <a:ext cx="3787596" cy="2846718"/>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pic>
        <p:nvPicPr>
          <p:cNvPr id="7" name="Picture 6" descr="Multicolor hanging light bulbs on white background. Continuous line drawing light bulb. Concept of idea">
            <a:extLst>
              <a:ext uri="{FF2B5EF4-FFF2-40B4-BE49-F238E27FC236}">
                <a16:creationId xmlns:a16="http://schemas.microsoft.com/office/drawing/2014/main" id="{89383E7F-6630-6772-F152-45AED5040887}"/>
              </a:ext>
            </a:extLst>
          </p:cNvPr>
          <p:cNvPicPr>
            <a:picLocks noChangeAspect="1"/>
          </p:cNvPicPr>
          <p:nvPr/>
        </p:nvPicPr>
        <p:blipFill>
          <a:blip r:embed="rId3"/>
          <a:srcRect l="49773" t="705" r="158" b="1221"/>
          <a:stretch>
            <a:fillRect/>
          </a:stretch>
        </p:blipFill>
        <p:spPr>
          <a:xfrm>
            <a:off x="5735933" y="251939"/>
            <a:ext cx="3402679" cy="5044423"/>
          </a:xfrm>
          <a:prstGeom prst="rect">
            <a:avLst/>
          </a:prstGeom>
        </p:spPr>
      </p:pic>
      <p:sp>
        <p:nvSpPr>
          <p:cNvPr id="2" name="Shape 0"/>
          <p:cNvSpPr/>
          <p:nvPr/>
        </p:nvSpPr>
        <p:spPr>
          <a:xfrm>
            <a:off x="0" y="0"/>
            <a:ext cx="9144000" cy="502920"/>
          </a:xfrm>
          <a:prstGeom prst="rect">
            <a:avLst/>
          </a:prstGeom>
          <a:solidFill>
            <a:srgbClr val="1B3A8A"/>
          </a:solidFill>
          <a:ln/>
        </p:spPr>
      </p:sp>
      <p:sp>
        <p:nvSpPr>
          <p:cNvPr id="3" name="Text 1"/>
          <p:cNvSpPr/>
          <p:nvPr/>
        </p:nvSpPr>
        <p:spPr>
          <a:xfrm>
            <a:off x="7772400" y="45720"/>
            <a:ext cx="1280160" cy="411480"/>
          </a:xfrm>
          <a:prstGeom prst="rect">
            <a:avLst/>
          </a:prstGeom>
          <a:noFill/>
          <a:ln/>
        </p:spPr>
        <p:txBody>
          <a:bodyPr wrap="square" rtlCol="0" anchor="ctr"/>
          <a:lstStyle/>
          <a:p>
            <a:pPr marL="0" indent="0" algn="r">
              <a:buNone/>
            </a:pPr>
            <a:r>
              <a:rPr lang="en-US" sz="800" b="1">
                <a:solidFill>
                  <a:srgbClr val="4FC3F7"/>
                </a:solidFill>
                <a:latin typeface="Calibri" pitchFamily="34" charset="0"/>
                <a:ea typeface="Calibri" pitchFamily="34" charset="-122"/>
                <a:cs typeface="Calibri" pitchFamily="34" charset="-120"/>
              </a:rPr>
              <a:t>edunet</a:t>
            </a:r>
            <a:endParaRPr lang="en-US" sz="800"/>
          </a:p>
          <a:p>
            <a:pPr marL="0" indent="0" algn="r">
              <a:buNone/>
            </a:pPr>
            <a:r>
              <a:rPr lang="en-US" sz="800" b="1">
                <a:solidFill>
                  <a:srgbClr val="4FC3F7"/>
                </a:solidFill>
                <a:latin typeface="Calibri" pitchFamily="34" charset="0"/>
                <a:ea typeface="Calibri" pitchFamily="34" charset="-122"/>
                <a:cs typeface="Calibri" pitchFamily="34" charset="-120"/>
              </a:rPr>
              <a:t>foundation</a:t>
            </a:r>
            <a:endParaRPr lang="en-US" sz="800"/>
          </a:p>
        </p:txBody>
      </p:sp>
      <p:sp>
        <p:nvSpPr>
          <p:cNvPr id="4" name="Text 2"/>
          <p:cNvSpPr/>
          <p:nvPr/>
        </p:nvSpPr>
        <p:spPr>
          <a:xfrm>
            <a:off x="320040" y="621792"/>
            <a:ext cx="8229600" cy="438912"/>
          </a:xfrm>
          <a:prstGeom prst="rect">
            <a:avLst/>
          </a:prstGeom>
          <a:noFill/>
          <a:ln/>
        </p:spPr>
        <p:txBody>
          <a:bodyPr wrap="square" lIns="91440" tIns="45720" rIns="91440" bIns="45720" rtlCol="0" anchor="ctr"/>
          <a:lstStyle/>
          <a:p>
            <a:pPr marL="0" indent="0">
              <a:buNone/>
            </a:pPr>
            <a:r>
              <a:rPr lang="en-US" sz="2800" b="1">
                <a:solidFill>
                  <a:srgbClr val="1B3A8A"/>
                </a:solidFill>
                <a:latin typeface="Calibri"/>
                <a:ea typeface="Calibri"/>
                <a:cs typeface="Calibri"/>
              </a:rPr>
              <a:t>Proposed Solution</a:t>
            </a:r>
            <a:endParaRPr lang="en-US" sz="2800">
              <a:latin typeface="Calibri"/>
              <a:ea typeface="Calibri"/>
              <a:cs typeface="Calibri"/>
            </a:endParaRPr>
          </a:p>
        </p:txBody>
      </p:sp>
      <p:sp>
        <p:nvSpPr>
          <p:cNvPr id="5" name="Shape 3"/>
          <p:cNvSpPr/>
          <p:nvPr/>
        </p:nvSpPr>
        <p:spPr>
          <a:xfrm>
            <a:off x="0" y="4983480"/>
            <a:ext cx="9144000" cy="160020"/>
          </a:xfrm>
          <a:prstGeom prst="rect">
            <a:avLst/>
          </a:prstGeom>
          <a:solidFill>
            <a:srgbClr val="1B3A8A"/>
          </a:solidFill>
          <a:ln/>
        </p:spPr>
      </p:sp>
      <p:sp>
        <p:nvSpPr>
          <p:cNvPr id="16" name="Text 14"/>
          <p:cNvSpPr/>
          <p:nvPr/>
        </p:nvSpPr>
        <p:spPr>
          <a:xfrm>
            <a:off x="4846320" y="1280160"/>
            <a:ext cx="3931920" cy="1828800"/>
          </a:xfrm>
          <a:prstGeom prst="rect">
            <a:avLst/>
          </a:prstGeom>
          <a:noFill/>
          <a:ln/>
        </p:spPr>
        <p:txBody>
          <a:bodyPr wrap="square" rtlCol="0" anchor="ctr"/>
          <a:lstStyle/>
          <a:p>
            <a:pPr marL="0" indent="0" algn="ctr">
              <a:buNone/>
            </a:pPr>
            <a:endParaRPr lang="en-US" sz="8000"/>
          </a:p>
        </p:txBody>
      </p:sp>
      <p:sp>
        <p:nvSpPr>
          <p:cNvPr id="6" name="TextBox 5">
            <a:extLst>
              <a:ext uri="{FF2B5EF4-FFF2-40B4-BE49-F238E27FC236}">
                <a16:creationId xmlns:a16="http://schemas.microsoft.com/office/drawing/2014/main" id="{482795C3-2C32-3C9F-A9C1-7CDBF714D2BC}"/>
              </a:ext>
            </a:extLst>
          </p:cNvPr>
          <p:cNvSpPr txBox="1"/>
          <p:nvPr/>
        </p:nvSpPr>
        <p:spPr>
          <a:xfrm>
            <a:off x="323490" y="1277787"/>
            <a:ext cx="5671868" cy="369331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aseline="0" dirty="0">
                <a:solidFill>
                  <a:srgbClr val="1A1A2E"/>
                </a:solidFill>
                <a:latin typeface="Calibri"/>
                <a:ea typeface="Arial"/>
                <a:cs typeface="Arial"/>
              </a:rPr>
              <a:t>Built a </a:t>
            </a:r>
            <a:r>
              <a:rPr lang="en-US" b="1" baseline="0" dirty="0">
                <a:solidFill>
                  <a:srgbClr val="1A1A2E"/>
                </a:solidFill>
                <a:latin typeface="Calibri"/>
                <a:ea typeface="Arial"/>
                <a:cs typeface="Arial"/>
              </a:rPr>
              <a:t>3-layer intelligence platform</a:t>
            </a:r>
            <a:r>
              <a:rPr lang="en-US" baseline="0" dirty="0">
                <a:solidFill>
                  <a:srgbClr val="1A1A2E"/>
                </a:solidFill>
                <a:latin typeface="Calibri"/>
                <a:ea typeface="Arial"/>
                <a:cs typeface="Arial"/>
              </a:rPr>
              <a:t> </a:t>
            </a:r>
            <a:r>
              <a:rPr lang="en-US" dirty="0">
                <a:solidFill>
                  <a:srgbClr val="1A1A2E"/>
                </a:solidFill>
                <a:latin typeface="Calibri"/>
                <a:ea typeface="Arial"/>
                <a:cs typeface="Arial"/>
              </a:rPr>
              <a:t>using Microsoft</a:t>
            </a:r>
            <a:r>
              <a:rPr lang="en-US" baseline="0" dirty="0">
                <a:solidFill>
                  <a:srgbClr val="1A1A2E"/>
                </a:solidFill>
                <a:latin typeface="Calibri"/>
                <a:ea typeface="Arial"/>
                <a:cs typeface="Arial"/>
              </a:rPr>
              <a:t> 365 — no coding required.</a:t>
            </a:r>
            <a:r>
              <a:rPr lang="en-US" dirty="0">
                <a:latin typeface="Calibri"/>
                <a:ea typeface="Arial"/>
                <a:cs typeface="Arial"/>
              </a:rPr>
              <a:t>​</a:t>
            </a:r>
            <a:endParaRPr lang="en-US"/>
          </a:p>
          <a:p>
            <a:pPr marL="285750" indent="-285750">
              <a:buFont typeface="Arial,Sans-Serif"/>
              <a:buChar char="•"/>
            </a:pPr>
            <a:r>
              <a:rPr lang="en-US" b="1" baseline="0" dirty="0">
                <a:solidFill>
                  <a:srgbClr val="1A1A2E"/>
                </a:solidFill>
                <a:latin typeface="Calibri"/>
                <a:ea typeface="Arial"/>
                <a:cs typeface="Arial"/>
              </a:rPr>
              <a:t>Layer 1 — Excel with Copilot:</a:t>
            </a:r>
            <a:r>
              <a:rPr lang="en-US" baseline="0" dirty="0">
                <a:solidFill>
                  <a:srgbClr val="1A1A2E"/>
                </a:solidFill>
                <a:latin typeface="Calibri"/>
                <a:ea typeface="Arial"/>
                <a:cs typeface="Arial"/>
              </a:rPr>
              <a:t> Cleaned </a:t>
            </a:r>
            <a:r>
              <a:rPr lang="en-US">
                <a:solidFill>
                  <a:srgbClr val="1A1A2E"/>
                </a:solidFill>
                <a:latin typeface="Calibri"/>
                <a:ea typeface="Arial"/>
                <a:cs typeface="Arial"/>
              </a:rPr>
              <a:t>and analyzed</a:t>
            </a:r>
            <a:r>
              <a:rPr lang="en-US" baseline="0" dirty="0">
                <a:solidFill>
                  <a:srgbClr val="1A1A2E"/>
                </a:solidFill>
                <a:latin typeface="Calibri"/>
                <a:ea typeface="Arial"/>
                <a:cs typeface="Arial"/>
              </a:rPr>
              <a:t> 1,000 </a:t>
            </a:r>
            <a:r>
              <a:rPr lang="en-US" baseline="0">
                <a:solidFill>
                  <a:srgbClr val="1A1A2E"/>
                </a:solidFill>
                <a:latin typeface="Calibri"/>
                <a:ea typeface="Arial"/>
                <a:cs typeface="Arial"/>
              </a:rPr>
              <a:t>Kolkata property </a:t>
            </a:r>
            <a:r>
              <a:rPr lang="en-US">
                <a:solidFill>
                  <a:srgbClr val="1A1A2E"/>
                </a:solidFill>
                <a:latin typeface="Calibri"/>
                <a:ea typeface="Arial"/>
                <a:cs typeface="Arial"/>
              </a:rPr>
              <a:t>records with</a:t>
            </a:r>
            <a:r>
              <a:rPr lang="en-US" baseline="0" dirty="0">
                <a:solidFill>
                  <a:srgbClr val="1A1A2E"/>
                </a:solidFill>
                <a:latin typeface="Calibri"/>
                <a:ea typeface="Arial"/>
                <a:cs typeface="Arial"/>
              </a:rPr>
              <a:t> an interactive dashboard.</a:t>
            </a:r>
            <a:r>
              <a:rPr lang="en-US" dirty="0">
                <a:latin typeface="Calibri"/>
                <a:ea typeface="Arial"/>
                <a:cs typeface="Arial"/>
              </a:rPr>
              <a:t>​</a:t>
            </a:r>
          </a:p>
          <a:p>
            <a:pPr marL="285750" indent="-285750">
              <a:buFont typeface="Arial,Sans-Serif"/>
              <a:buChar char="•"/>
            </a:pPr>
            <a:r>
              <a:rPr lang="en-US" b="1" baseline="0" dirty="0">
                <a:solidFill>
                  <a:srgbClr val="1A1A2E"/>
                </a:solidFill>
                <a:latin typeface="Calibri"/>
                <a:ea typeface="Arial"/>
                <a:cs typeface="Arial"/>
              </a:rPr>
              <a:t>Layer 2 — Power BI:</a:t>
            </a:r>
            <a:r>
              <a:rPr lang="en-US" baseline="0" dirty="0">
                <a:solidFill>
                  <a:srgbClr val="1A1A2E"/>
                </a:solidFill>
                <a:latin typeface="Calibri"/>
                <a:ea typeface="Arial"/>
                <a:cs typeface="Arial"/>
              </a:rPr>
              <a:t> Advanced </a:t>
            </a:r>
            <a:r>
              <a:rPr lang="en-US" dirty="0">
                <a:solidFill>
                  <a:srgbClr val="1A1A2E"/>
                </a:solidFill>
                <a:latin typeface="Calibri"/>
                <a:ea typeface="Arial"/>
                <a:cs typeface="Arial"/>
              </a:rPr>
              <a:t>interactive dashboard</a:t>
            </a:r>
            <a:r>
              <a:rPr lang="en-US" baseline="0" dirty="0">
                <a:solidFill>
                  <a:srgbClr val="1A1A2E"/>
                </a:solidFill>
                <a:latin typeface="Calibri"/>
                <a:ea typeface="Arial"/>
                <a:cs typeface="Arial"/>
              </a:rPr>
              <a:t> with 8 charts and 5 </a:t>
            </a:r>
            <a:r>
              <a:rPr lang="en-US">
                <a:solidFill>
                  <a:srgbClr val="1A1A2E"/>
                </a:solidFill>
                <a:latin typeface="Calibri"/>
                <a:ea typeface="Arial"/>
                <a:cs typeface="Arial"/>
              </a:rPr>
              <a:t>dynamic s</a:t>
            </a:r>
            <a:r>
              <a:rPr lang="en-US" dirty="0">
                <a:solidFill>
                  <a:srgbClr val="1A1A2E"/>
                </a:solidFill>
                <a:latin typeface="Calibri"/>
                <a:ea typeface="Arial"/>
                <a:cs typeface="Arial"/>
              </a:rPr>
              <a:t>licers</a:t>
            </a:r>
            <a:r>
              <a:rPr lang="en-US" baseline="0" dirty="0">
                <a:solidFill>
                  <a:srgbClr val="1A1A2E"/>
                </a:solidFill>
                <a:latin typeface="Calibri"/>
                <a:ea typeface="Arial"/>
                <a:cs typeface="Arial"/>
              </a:rPr>
              <a:t> for real-time filtering.</a:t>
            </a:r>
            <a:r>
              <a:rPr lang="en-US" dirty="0">
                <a:latin typeface="Calibri"/>
                <a:ea typeface="Arial"/>
                <a:cs typeface="Arial"/>
              </a:rPr>
              <a:t>​</a:t>
            </a:r>
          </a:p>
          <a:p>
            <a:pPr marL="285750" indent="-285750">
              <a:buFont typeface="Arial,Sans-Serif"/>
              <a:buChar char="•"/>
            </a:pPr>
            <a:r>
              <a:rPr lang="en-US" b="1" baseline="0" dirty="0">
                <a:solidFill>
                  <a:srgbClr val="1A1A2E"/>
                </a:solidFill>
                <a:latin typeface="Calibri"/>
                <a:ea typeface="Arial"/>
                <a:cs typeface="Arial"/>
              </a:rPr>
              <a:t>Layer 3 — Copilot Studio:</a:t>
            </a:r>
            <a:r>
              <a:rPr lang="en-US" baseline="0" dirty="0">
                <a:solidFill>
                  <a:srgbClr val="1A1A2E"/>
                </a:solidFill>
                <a:latin typeface="Calibri"/>
                <a:ea typeface="Arial"/>
                <a:cs typeface="Arial"/>
              </a:rPr>
              <a:t> </a:t>
            </a:r>
            <a:r>
              <a:rPr lang="en-US" dirty="0">
                <a:solidFill>
                  <a:srgbClr val="1A1A2E"/>
                </a:solidFill>
                <a:latin typeface="Calibri"/>
                <a:ea typeface="Arial"/>
                <a:cs typeface="Arial"/>
              </a:rPr>
              <a:t>Conversational AI</a:t>
            </a:r>
            <a:r>
              <a:rPr lang="en-US" baseline="0" dirty="0">
                <a:solidFill>
                  <a:srgbClr val="1A1A2E"/>
                </a:solidFill>
                <a:latin typeface="Calibri"/>
                <a:ea typeface="Arial"/>
                <a:cs typeface="Arial"/>
              </a:rPr>
              <a:t> Property Agent </a:t>
            </a:r>
            <a:r>
              <a:rPr lang="en-US" dirty="0">
                <a:solidFill>
                  <a:srgbClr val="1A1A2E"/>
                </a:solidFill>
                <a:latin typeface="Calibri"/>
                <a:ea typeface="Arial"/>
                <a:cs typeface="Arial"/>
              </a:rPr>
              <a:t>for</a:t>
            </a:r>
            <a:r>
              <a:rPr lang="en-US" baseline="0" dirty="0">
                <a:solidFill>
                  <a:srgbClr val="1A1A2E"/>
                </a:solidFill>
                <a:latin typeface="Calibri"/>
                <a:ea typeface="Arial"/>
                <a:cs typeface="Arial"/>
              </a:rPr>
              <a:t> instant, </a:t>
            </a:r>
            <a:r>
              <a:rPr lang="en-US" dirty="0">
                <a:solidFill>
                  <a:srgbClr val="1A1A2E"/>
                </a:solidFill>
                <a:latin typeface="Calibri"/>
                <a:ea typeface="Arial"/>
                <a:cs typeface="Arial"/>
              </a:rPr>
              <a:t>natural language</a:t>
            </a:r>
            <a:r>
              <a:rPr lang="en-US" baseline="0" dirty="0">
                <a:solidFill>
                  <a:srgbClr val="1A1A2E"/>
                </a:solidFill>
                <a:latin typeface="Calibri"/>
                <a:ea typeface="Arial"/>
                <a:cs typeface="Arial"/>
              </a:rPr>
              <a:t> property queries </a:t>
            </a:r>
            <a:r>
              <a:rPr lang="en-US" dirty="0">
                <a:solidFill>
                  <a:srgbClr val="1A1A2E"/>
                </a:solidFill>
                <a:latin typeface="Calibri"/>
                <a:ea typeface="Arial"/>
                <a:cs typeface="Arial"/>
              </a:rPr>
              <a:t>and recommendations</a:t>
            </a:r>
            <a:r>
              <a:rPr lang="en-US" baseline="0" dirty="0">
                <a:solidFill>
                  <a:srgbClr val="1A1A2E"/>
                </a:solidFill>
                <a:latin typeface="Calibri"/>
                <a:ea typeface="Arial"/>
                <a:cs typeface="Arial"/>
              </a:rPr>
              <a:t>.</a:t>
            </a:r>
            <a:r>
              <a:rPr lang="en-US" dirty="0">
                <a:latin typeface="Calibri"/>
                <a:ea typeface="Arial"/>
                <a:cs typeface="Arial"/>
              </a:rPr>
              <a:t>​</a:t>
            </a:r>
          </a:p>
          <a:p>
            <a:endParaRPr lang="en-US" baseline="0" dirty="0">
              <a:solidFill>
                <a:srgbClr val="1A1A2E"/>
              </a:solidFill>
              <a:latin typeface="Calibri"/>
              <a:ea typeface="Arial"/>
              <a:cs typeface="Arial"/>
            </a:endParaRPr>
          </a:p>
          <a:p>
            <a:pPr algn="ctr"/>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0">
            <a:extLst>
              <a:ext uri="{FF2B5EF4-FFF2-40B4-BE49-F238E27FC236}">
                <a16:creationId xmlns:a16="http://schemas.microsoft.com/office/drawing/2014/main" id="{5A9BAD96-1F0E-8435-38AF-E6BE6E33E9AE}"/>
              </a:ext>
            </a:extLst>
          </p:cNvPr>
          <p:cNvSpPr/>
          <p:nvPr/>
        </p:nvSpPr>
        <p:spPr>
          <a:xfrm>
            <a:off x="0" y="0"/>
            <a:ext cx="9144000" cy="502920"/>
          </a:xfrm>
          <a:prstGeom prst="rect">
            <a:avLst/>
          </a:prstGeom>
          <a:solidFill>
            <a:srgbClr val="1B3A8A"/>
          </a:solidFill>
          <a:ln/>
        </p:spPr>
      </p:sp>
      <p:sp>
        <p:nvSpPr>
          <p:cNvPr id="5" name="Text 1">
            <a:extLst>
              <a:ext uri="{FF2B5EF4-FFF2-40B4-BE49-F238E27FC236}">
                <a16:creationId xmlns:a16="http://schemas.microsoft.com/office/drawing/2014/main" id="{7E15FA40-311C-52D2-5EBD-AB0B08E5705F}"/>
              </a:ext>
            </a:extLst>
          </p:cNvPr>
          <p:cNvSpPr/>
          <p:nvPr/>
        </p:nvSpPr>
        <p:spPr>
          <a:xfrm>
            <a:off x="7772400" y="45720"/>
            <a:ext cx="1280160" cy="411480"/>
          </a:xfrm>
          <a:prstGeom prst="rect">
            <a:avLst/>
          </a:prstGeom>
          <a:noFill/>
          <a:ln/>
        </p:spPr>
        <p:txBody>
          <a:bodyPr wrap="square" rtlCol="0" anchor="ctr"/>
          <a:lstStyle/>
          <a:p>
            <a:pPr marL="0" indent="0" algn="r">
              <a:buNone/>
            </a:pPr>
            <a:r>
              <a:rPr lang="en-US" sz="800" b="1">
                <a:solidFill>
                  <a:srgbClr val="4FC3F7"/>
                </a:solidFill>
                <a:latin typeface="Calibri" pitchFamily="34" charset="0"/>
                <a:ea typeface="Calibri" pitchFamily="34" charset="-122"/>
                <a:cs typeface="Calibri" pitchFamily="34" charset="-120"/>
              </a:rPr>
              <a:t>edunet</a:t>
            </a:r>
            <a:endParaRPr lang="en-US" sz="800"/>
          </a:p>
          <a:p>
            <a:pPr marL="0" indent="0" algn="r">
              <a:buNone/>
            </a:pPr>
            <a:r>
              <a:rPr lang="en-US" sz="800" b="1">
                <a:solidFill>
                  <a:srgbClr val="4FC3F7"/>
                </a:solidFill>
                <a:latin typeface="Calibri" pitchFamily="34" charset="0"/>
                <a:ea typeface="Calibri" pitchFamily="34" charset="-122"/>
                <a:cs typeface="Calibri" pitchFamily="34" charset="-120"/>
              </a:rPr>
              <a:t>foundation</a:t>
            </a:r>
            <a:endParaRPr lang="en-US" sz="800"/>
          </a:p>
        </p:txBody>
      </p:sp>
      <p:sp>
        <p:nvSpPr>
          <p:cNvPr id="7" name="Shape 3">
            <a:extLst>
              <a:ext uri="{FF2B5EF4-FFF2-40B4-BE49-F238E27FC236}">
                <a16:creationId xmlns:a16="http://schemas.microsoft.com/office/drawing/2014/main" id="{34C2E3A4-9829-92BA-8CD2-F9DFD948972B}"/>
              </a:ext>
            </a:extLst>
          </p:cNvPr>
          <p:cNvSpPr/>
          <p:nvPr/>
        </p:nvSpPr>
        <p:spPr>
          <a:xfrm>
            <a:off x="0" y="4983480"/>
            <a:ext cx="9144000" cy="160020"/>
          </a:xfrm>
          <a:prstGeom prst="rect">
            <a:avLst/>
          </a:prstGeom>
          <a:solidFill>
            <a:srgbClr val="1B3A8A"/>
          </a:solidFill>
          <a:ln/>
        </p:spPr>
      </p:sp>
      <p:sp>
        <p:nvSpPr>
          <p:cNvPr id="8" name="TextBox 7">
            <a:extLst>
              <a:ext uri="{FF2B5EF4-FFF2-40B4-BE49-F238E27FC236}">
                <a16:creationId xmlns:a16="http://schemas.microsoft.com/office/drawing/2014/main" id="{0C11C17F-B526-0791-2156-E8C278B2BE54}"/>
              </a:ext>
            </a:extLst>
          </p:cNvPr>
          <p:cNvSpPr txBox="1"/>
          <p:nvPr/>
        </p:nvSpPr>
        <p:spPr>
          <a:xfrm>
            <a:off x="248009" y="609241"/>
            <a:ext cx="4572000" cy="80021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solidFill>
                  <a:schemeClr val="accent1">
                    <a:lumMod val="49000"/>
                  </a:schemeClr>
                </a:solidFill>
                <a:latin typeface="Calibri"/>
                <a:ea typeface="Calibri"/>
                <a:cs typeface="Calibri"/>
              </a:rPr>
              <a:t>AI-Tools Integration</a:t>
            </a:r>
            <a:r>
              <a:rPr sz="2800" b="1" i="0" dirty="0">
                <a:solidFill>
                  <a:srgbClr val="000000"/>
                </a:solidFill>
                <a:latin typeface="Calibri"/>
                <a:ea typeface="Calibri"/>
                <a:cs typeface="Calibri"/>
              </a:rPr>
              <a:t>​</a:t>
            </a:r>
            <a:endParaRPr lang="en-US" b="1" dirty="0"/>
          </a:p>
          <a:p>
            <a:pPr algn="ctr"/>
            <a:endParaRPr lang="en-US"/>
          </a:p>
        </p:txBody>
      </p:sp>
      <p:sp>
        <p:nvSpPr>
          <p:cNvPr id="9" name="TextBox 8">
            <a:extLst>
              <a:ext uri="{FF2B5EF4-FFF2-40B4-BE49-F238E27FC236}">
                <a16:creationId xmlns:a16="http://schemas.microsoft.com/office/drawing/2014/main" id="{AEB0585D-1692-05FE-D0EC-78A4FDFB84BE}"/>
              </a:ext>
            </a:extLst>
          </p:cNvPr>
          <p:cNvSpPr txBox="1"/>
          <p:nvPr/>
        </p:nvSpPr>
        <p:spPr>
          <a:xfrm>
            <a:off x="253062" y="1205785"/>
            <a:ext cx="6410947"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ea typeface="Calibri"/>
                <a:cs typeface="Calibri"/>
              </a:rPr>
              <a:t>Copilot was used for the following tasks:</a:t>
            </a:r>
            <a:endParaRPr lang="en-US"/>
          </a:p>
        </p:txBody>
      </p:sp>
      <p:pic>
        <p:nvPicPr>
          <p:cNvPr id="12" name="Picture 11" descr="Copilot Logo">
            <a:extLst>
              <a:ext uri="{FF2B5EF4-FFF2-40B4-BE49-F238E27FC236}">
                <a16:creationId xmlns:a16="http://schemas.microsoft.com/office/drawing/2014/main" id="{2DBFBACA-B022-949C-71A8-80D1D0ADEB4B}"/>
              </a:ext>
            </a:extLst>
          </p:cNvPr>
          <p:cNvPicPr>
            <a:picLocks noChangeAspect="1"/>
          </p:cNvPicPr>
          <p:nvPr/>
        </p:nvPicPr>
        <p:blipFill>
          <a:blip r:embed="rId2"/>
          <a:stretch>
            <a:fillRect/>
          </a:stretch>
        </p:blipFill>
        <p:spPr>
          <a:xfrm>
            <a:off x="2898475" y="1800911"/>
            <a:ext cx="2743199" cy="1541678"/>
          </a:xfrm>
          <a:prstGeom prst="rect">
            <a:avLst/>
          </a:prstGeom>
        </p:spPr>
      </p:pic>
      <p:sp>
        <p:nvSpPr>
          <p:cNvPr id="17" name="Rectangle 16">
            <a:extLst>
              <a:ext uri="{FF2B5EF4-FFF2-40B4-BE49-F238E27FC236}">
                <a16:creationId xmlns:a16="http://schemas.microsoft.com/office/drawing/2014/main" id="{BF5D1046-AF07-1580-BC4A-81E02EEE9A6C}"/>
              </a:ext>
            </a:extLst>
          </p:cNvPr>
          <p:cNvSpPr/>
          <p:nvPr/>
        </p:nvSpPr>
        <p:spPr>
          <a:xfrm>
            <a:off x="566443" y="1902861"/>
            <a:ext cx="2188163" cy="489278"/>
          </a:xfrm>
          <a:prstGeom prst="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solidFill>
                  <a:schemeClr val="tx1"/>
                </a:solidFill>
                <a:ea typeface="Calibri"/>
                <a:cs typeface="Calibri"/>
              </a:rPr>
              <a:t>For DFD Creation</a:t>
            </a:r>
            <a:endParaRPr lang="en-US" b="1">
              <a:solidFill>
                <a:schemeClr val="tx1"/>
              </a:solidFill>
            </a:endParaRPr>
          </a:p>
        </p:txBody>
      </p:sp>
      <p:sp>
        <p:nvSpPr>
          <p:cNvPr id="18" name="Rectangle 17">
            <a:extLst>
              <a:ext uri="{FF2B5EF4-FFF2-40B4-BE49-F238E27FC236}">
                <a16:creationId xmlns:a16="http://schemas.microsoft.com/office/drawing/2014/main" id="{C1476687-E60B-96F9-F5A8-96A10847A8FC}"/>
              </a:ext>
            </a:extLst>
          </p:cNvPr>
          <p:cNvSpPr/>
          <p:nvPr/>
        </p:nvSpPr>
        <p:spPr>
          <a:xfrm>
            <a:off x="566443" y="2679238"/>
            <a:ext cx="2188163" cy="489278"/>
          </a:xfrm>
          <a:prstGeom prst="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b="1" dirty="0">
                <a:solidFill>
                  <a:schemeClr val="tx1"/>
                </a:solidFill>
                <a:ea typeface="Calibri"/>
                <a:cs typeface="Calibri"/>
              </a:rPr>
              <a:t>For Insigh</a:t>
            </a:r>
            <a:r>
              <a:rPr lang="en-US" b="1">
                <a:solidFill>
                  <a:schemeClr val="tx1"/>
                </a:solidFill>
              </a:rPr>
              <a:t>t</a:t>
            </a:r>
            <a:r>
              <a:rPr lang="en-US" b="1">
                <a:solidFill>
                  <a:schemeClr val="tx1"/>
                </a:solidFill>
                <a:ea typeface="Calibri"/>
                <a:cs typeface="Calibri"/>
              </a:rPr>
              <a:t> Generation</a:t>
            </a:r>
            <a:endParaRPr lang="en-US" b="1">
              <a:solidFill>
                <a:schemeClr val="tx1"/>
              </a:solidFill>
            </a:endParaRPr>
          </a:p>
        </p:txBody>
      </p:sp>
      <p:sp>
        <p:nvSpPr>
          <p:cNvPr id="19" name="Rectangle 18">
            <a:extLst>
              <a:ext uri="{FF2B5EF4-FFF2-40B4-BE49-F238E27FC236}">
                <a16:creationId xmlns:a16="http://schemas.microsoft.com/office/drawing/2014/main" id="{0DFC6764-4ECB-976B-9929-C8EFCC5FBA18}"/>
              </a:ext>
            </a:extLst>
          </p:cNvPr>
          <p:cNvSpPr/>
          <p:nvPr/>
        </p:nvSpPr>
        <p:spPr>
          <a:xfrm>
            <a:off x="566443" y="3498747"/>
            <a:ext cx="2188163" cy="489278"/>
          </a:xfrm>
          <a:prstGeom prst="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b="1">
                <a:solidFill>
                  <a:schemeClr val="tx1"/>
                </a:solidFill>
                <a:ea typeface="Calibri"/>
                <a:cs typeface="Calibri"/>
              </a:rPr>
              <a:t>For Creating the report</a:t>
            </a:r>
          </a:p>
        </p:txBody>
      </p:sp>
      <p:sp>
        <p:nvSpPr>
          <p:cNvPr id="20" name="Rectangle 19">
            <a:extLst>
              <a:ext uri="{FF2B5EF4-FFF2-40B4-BE49-F238E27FC236}">
                <a16:creationId xmlns:a16="http://schemas.microsoft.com/office/drawing/2014/main" id="{EAD46AEA-976A-86F3-5C5F-6021F47490AA}"/>
              </a:ext>
            </a:extLst>
          </p:cNvPr>
          <p:cNvSpPr/>
          <p:nvPr/>
        </p:nvSpPr>
        <p:spPr>
          <a:xfrm>
            <a:off x="5979518" y="1902860"/>
            <a:ext cx="2446955" cy="489278"/>
          </a:xfrm>
          <a:prstGeom prst="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b="1" dirty="0">
                <a:solidFill>
                  <a:schemeClr val="tx1"/>
                </a:solidFill>
                <a:ea typeface="Calibri"/>
                <a:cs typeface="Calibri"/>
              </a:rPr>
              <a:t>For </a:t>
            </a:r>
            <a:r>
              <a:rPr lang="en-US" b="1">
                <a:solidFill>
                  <a:schemeClr val="tx1"/>
                </a:solidFill>
                <a:ea typeface="Calibri"/>
                <a:cs typeface="Calibri"/>
              </a:rPr>
              <a:t>Cleaning Dataset</a:t>
            </a:r>
            <a:endParaRPr lang="en-US" b="1" dirty="0">
              <a:solidFill>
                <a:schemeClr val="tx1"/>
              </a:solidFill>
              <a:ea typeface="Calibri"/>
              <a:cs typeface="Calibri"/>
            </a:endParaRPr>
          </a:p>
        </p:txBody>
      </p:sp>
      <p:sp>
        <p:nvSpPr>
          <p:cNvPr id="21" name="Rectangle 20">
            <a:extLst>
              <a:ext uri="{FF2B5EF4-FFF2-40B4-BE49-F238E27FC236}">
                <a16:creationId xmlns:a16="http://schemas.microsoft.com/office/drawing/2014/main" id="{37B1C242-45BB-1F42-2632-6486FDB8A81A}"/>
              </a:ext>
            </a:extLst>
          </p:cNvPr>
          <p:cNvSpPr/>
          <p:nvPr/>
        </p:nvSpPr>
        <p:spPr>
          <a:xfrm>
            <a:off x="5979518" y="2679237"/>
            <a:ext cx="2446955" cy="489278"/>
          </a:xfrm>
          <a:prstGeom prst="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b="1" dirty="0">
                <a:solidFill>
                  <a:schemeClr val="tx1"/>
                </a:solidFill>
                <a:ea typeface="Calibri"/>
                <a:cs typeface="Calibri"/>
              </a:rPr>
              <a:t>For Creat</a:t>
            </a:r>
            <a:r>
              <a:rPr lang="en-US" b="1">
                <a:solidFill>
                  <a:schemeClr val="tx1"/>
                </a:solidFill>
                <a:ea typeface="Calibri"/>
                <a:cs typeface="Calibri"/>
              </a:rPr>
              <a:t>ing Power BI Dashboard</a:t>
            </a:r>
            <a:endParaRPr lang="en-US" b="1" dirty="0">
              <a:solidFill>
                <a:schemeClr val="tx1"/>
              </a:solidFill>
              <a:ea typeface="Calibri"/>
              <a:cs typeface="Calibri"/>
            </a:endParaRPr>
          </a:p>
        </p:txBody>
      </p:sp>
      <p:sp>
        <p:nvSpPr>
          <p:cNvPr id="22" name="Rectangle 21">
            <a:extLst>
              <a:ext uri="{FF2B5EF4-FFF2-40B4-BE49-F238E27FC236}">
                <a16:creationId xmlns:a16="http://schemas.microsoft.com/office/drawing/2014/main" id="{8D355FA2-F462-3370-22B4-2EBE4EED856C}"/>
              </a:ext>
            </a:extLst>
          </p:cNvPr>
          <p:cNvSpPr/>
          <p:nvPr/>
        </p:nvSpPr>
        <p:spPr>
          <a:xfrm>
            <a:off x="5979518" y="3498746"/>
            <a:ext cx="2446955" cy="489278"/>
          </a:xfrm>
          <a:prstGeom prst="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b="1" dirty="0">
                <a:solidFill>
                  <a:schemeClr val="tx1"/>
                </a:solidFill>
                <a:ea typeface="Calibri"/>
                <a:cs typeface="Calibri"/>
              </a:rPr>
              <a:t>For making a </a:t>
            </a:r>
            <a:r>
              <a:rPr lang="en-US" b="1">
                <a:solidFill>
                  <a:schemeClr val="tx1"/>
                </a:solidFill>
                <a:ea typeface="Calibri"/>
                <a:cs typeface="Calibri"/>
              </a:rPr>
              <a:t>conversational AI Agent</a:t>
            </a:r>
            <a:endParaRPr lang="en-US" b="1" dirty="0">
              <a:solidFill>
                <a:schemeClr val="tx1"/>
              </a:solidFill>
              <a:ea typeface="Calibri"/>
              <a:cs typeface="Calibri"/>
            </a:endParaRPr>
          </a:p>
        </p:txBody>
      </p:sp>
      <p:sp>
        <p:nvSpPr>
          <p:cNvPr id="23" name="Rectangle 22">
            <a:extLst>
              <a:ext uri="{FF2B5EF4-FFF2-40B4-BE49-F238E27FC236}">
                <a16:creationId xmlns:a16="http://schemas.microsoft.com/office/drawing/2014/main" id="{9672A61F-4610-02FB-0AB3-77C3A82C12BC}"/>
              </a:ext>
            </a:extLst>
          </p:cNvPr>
          <p:cNvSpPr/>
          <p:nvPr/>
        </p:nvSpPr>
        <p:spPr>
          <a:xfrm>
            <a:off x="2561301" y="4350606"/>
            <a:ext cx="4032059" cy="489278"/>
          </a:xfrm>
          <a:prstGeom prst="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b="1">
                <a:solidFill>
                  <a:schemeClr val="tx1"/>
                </a:solidFill>
                <a:ea typeface="Calibri"/>
                <a:cs typeface="Calibri"/>
              </a:rPr>
              <a:t>For making every task easier and effortless.</a:t>
            </a:r>
          </a:p>
        </p:txBody>
      </p:sp>
    </p:spTree>
    <p:extLst>
      <p:ext uri="{BB962C8B-B14F-4D97-AF65-F5344CB8AC3E}">
        <p14:creationId xmlns:p14="http://schemas.microsoft.com/office/powerpoint/2010/main" val="12911466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 name="Picture 27" descr="agent intelligent Copilot Studio">
            <a:extLst>
              <a:ext uri="{FF2B5EF4-FFF2-40B4-BE49-F238E27FC236}">
                <a16:creationId xmlns:a16="http://schemas.microsoft.com/office/drawing/2014/main" id="{52392953-A9B2-847F-77B2-1FDDCEAB43FA}"/>
              </a:ext>
            </a:extLst>
          </p:cNvPr>
          <p:cNvPicPr>
            <a:picLocks noChangeAspect="1"/>
          </p:cNvPicPr>
          <p:nvPr/>
        </p:nvPicPr>
        <p:blipFill>
          <a:blip r:embed="rId2"/>
          <a:stretch>
            <a:fillRect/>
          </a:stretch>
        </p:blipFill>
        <p:spPr>
          <a:xfrm>
            <a:off x="5960854" y="462591"/>
            <a:ext cx="3196085" cy="1641175"/>
          </a:xfrm>
          <a:prstGeom prst="rect">
            <a:avLst/>
          </a:prstGeom>
        </p:spPr>
      </p:pic>
      <p:pic>
        <p:nvPicPr>
          <p:cNvPr id="27" name="Picture 26" descr="what is Microsoft Copilot">
            <a:extLst>
              <a:ext uri="{FF2B5EF4-FFF2-40B4-BE49-F238E27FC236}">
                <a16:creationId xmlns:a16="http://schemas.microsoft.com/office/drawing/2014/main" id="{E9C0E84C-3BC9-47D6-294B-CECE2E073E2D}"/>
              </a:ext>
            </a:extLst>
          </p:cNvPr>
          <p:cNvPicPr>
            <a:picLocks noChangeAspect="1"/>
          </p:cNvPicPr>
          <p:nvPr/>
        </p:nvPicPr>
        <p:blipFill>
          <a:blip r:embed="rId3"/>
          <a:stretch>
            <a:fillRect/>
          </a:stretch>
        </p:blipFill>
        <p:spPr>
          <a:xfrm>
            <a:off x="1992702" y="2048234"/>
            <a:ext cx="2969643" cy="1704795"/>
          </a:xfrm>
          <a:prstGeom prst="rect">
            <a:avLst/>
          </a:prstGeom>
        </p:spPr>
      </p:pic>
      <p:sp>
        <p:nvSpPr>
          <p:cNvPr id="3" name="Shape 0">
            <a:extLst>
              <a:ext uri="{FF2B5EF4-FFF2-40B4-BE49-F238E27FC236}">
                <a16:creationId xmlns:a16="http://schemas.microsoft.com/office/drawing/2014/main" id="{D858946E-6F91-6280-4AA2-82117D29B951}"/>
              </a:ext>
            </a:extLst>
          </p:cNvPr>
          <p:cNvSpPr/>
          <p:nvPr/>
        </p:nvSpPr>
        <p:spPr>
          <a:xfrm>
            <a:off x="0" y="0"/>
            <a:ext cx="9144000" cy="502920"/>
          </a:xfrm>
          <a:prstGeom prst="rect">
            <a:avLst/>
          </a:prstGeom>
          <a:solidFill>
            <a:srgbClr val="1B3A8A"/>
          </a:solidFill>
          <a:ln/>
        </p:spPr>
      </p:sp>
      <p:sp>
        <p:nvSpPr>
          <p:cNvPr id="5" name="Text 1">
            <a:extLst>
              <a:ext uri="{FF2B5EF4-FFF2-40B4-BE49-F238E27FC236}">
                <a16:creationId xmlns:a16="http://schemas.microsoft.com/office/drawing/2014/main" id="{B18BA5E3-0EB3-DCBF-BFBE-9AF6317DA73D}"/>
              </a:ext>
            </a:extLst>
          </p:cNvPr>
          <p:cNvSpPr/>
          <p:nvPr/>
        </p:nvSpPr>
        <p:spPr>
          <a:xfrm>
            <a:off x="7772400" y="45720"/>
            <a:ext cx="1280160" cy="411480"/>
          </a:xfrm>
          <a:prstGeom prst="rect">
            <a:avLst/>
          </a:prstGeom>
          <a:noFill/>
          <a:ln/>
        </p:spPr>
        <p:txBody>
          <a:bodyPr wrap="square" rtlCol="0" anchor="ctr"/>
          <a:lstStyle/>
          <a:p>
            <a:pPr marL="0" indent="0" algn="r">
              <a:buNone/>
            </a:pPr>
            <a:r>
              <a:rPr lang="en-US" sz="800" b="1">
                <a:solidFill>
                  <a:srgbClr val="4FC3F7"/>
                </a:solidFill>
                <a:latin typeface="Calibri" pitchFamily="34" charset="0"/>
                <a:ea typeface="Calibri" pitchFamily="34" charset="-122"/>
                <a:cs typeface="Calibri" pitchFamily="34" charset="-120"/>
              </a:rPr>
              <a:t>edunet</a:t>
            </a:r>
            <a:endParaRPr lang="en-US" sz="800"/>
          </a:p>
          <a:p>
            <a:pPr marL="0" indent="0" algn="r">
              <a:buNone/>
            </a:pPr>
            <a:r>
              <a:rPr lang="en-US" sz="800" b="1">
                <a:solidFill>
                  <a:srgbClr val="4FC3F7"/>
                </a:solidFill>
                <a:latin typeface="Calibri" pitchFamily="34" charset="0"/>
                <a:ea typeface="Calibri" pitchFamily="34" charset="-122"/>
                <a:cs typeface="Calibri" pitchFamily="34" charset="-120"/>
              </a:rPr>
              <a:t>foundation</a:t>
            </a:r>
            <a:endParaRPr lang="en-US" sz="800"/>
          </a:p>
        </p:txBody>
      </p:sp>
      <p:sp>
        <p:nvSpPr>
          <p:cNvPr id="7" name="Text 2">
            <a:extLst>
              <a:ext uri="{FF2B5EF4-FFF2-40B4-BE49-F238E27FC236}">
                <a16:creationId xmlns:a16="http://schemas.microsoft.com/office/drawing/2014/main" id="{67AA139F-77A9-A82D-728D-5F4148322C05}"/>
              </a:ext>
            </a:extLst>
          </p:cNvPr>
          <p:cNvSpPr/>
          <p:nvPr/>
        </p:nvSpPr>
        <p:spPr>
          <a:xfrm>
            <a:off x="320040" y="621792"/>
            <a:ext cx="8229600" cy="438912"/>
          </a:xfrm>
          <a:prstGeom prst="rect">
            <a:avLst/>
          </a:prstGeom>
          <a:noFill/>
          <a:ln/>
        </p:spPr>
        <p:txBody>
          <a:bodyPr wrap="square" lIns="91440" tIns="45720" rIns="91440" bIns="45720" rtlCol="0" anchor="ctr"/>
          <a:lstStyle/>
          <a:p>
            <a:pPr marL="0" indent="0">
              <a:buNone/>
            </a:pPr>
            <a:r>
              <a:rPr lang="en-US" sz="2800" b="1">
                <a:solidFill>
                  <a:srgbClr val="1B3A8A"/>
                </a:solidFill>
                <a:latin typeface="Calibri"/>
                <a:ea typeface="Calibri"/>
                <a:cs typeface="Calibri"/>
              </a:rPr>
              <a:t>System Architecture</a:t>
            </a:r>
            <a:endParaRPr lang="en-US" sz="2800">
              <a:latin typeface="Calibri"/>
              <a:ea typeface="Calibri"/>
              <a:cs typeface="Calibri"/>
            </a:endParaRPr>
          </a:p>
        </p:txBody>
      </p:sp>
      <p:sp>
        <p:nvSpPr>
          <p:cNvPr id="8" name="Rectangle: Rounded Corners 7">
            <a:extLst>
              <a:ext uri="{FF2B5EF4-FFF2-40B4-BE49-F238E27FC236}">
                <a16:creationId xmlns:a16="http://schemas.microsoft.com/office/drawing/2014/main" id="{930A0E06-2508-6660-62B3-F475602F9179}"/>
              </a:ext>
            </a:extLst>
          </p:cNvPr>
          <p:cNvSpPr/>
          <p:nvPr/>
        </p:nvSpPr>
        <p:spPr>
          <a:xfrm>
            <a:off x="315266" y="1171146"/>
            <a:ext cx="1850367" cy="649503"/>
          </a:xfrm>
          <a:prstGeom prst="round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ea typeface="Calibri"/>
                <a:cs typeface="Calibri"/>
              </a:rPr>
              <a:t>Data </a:t>
            </a:r>
            <a:r>
              <a:rPr lang="en-US" b="1">
                <a:solidFill>
                  <a:schemeClr val="tx1"/>
                </a:solidFill>
                <a:ea typeface="Calibri"/>
                <a:cs typeface="Calibri"/>
              </a:rPr>
              <a:t>Extraction</a:t>
            </a:r>
          </a:p>
          <a:p>
            <a:pPr algn="ctr"/>
            <a:r>
              <a:rPr lang="en-US" b="1" dirty="0">
                <a:solidFill>
                  <a:schemeClr val="tx1"/>
                </a:solidFill>
                <a:ea typeface="Calibri"/>
                <a:cs typeface="Calibri"/>
              </a:rPr>
              <a:t>From </a:t>
            </a:r>
            <a:r>
              <a:rPr lang="en-US" b="1">
                <a:solidFill>
                  <a:schemeClr val="tx1"/>
                </a:solidFill>
                <a:ea typeface="Calibri"/>
                <a:cs typeface="Calibri"/>
              </a:rPr>
              <a:t>Kaggle</a:t>
            </a:r>
            <a:endParaRPr lang="en-US" b="1" dirty="0">
              <a:solidFill>
                <a:schemeClr val="tx1"/>
              </a:solidFill>
              <a:ea typeface="Calibri"/>
              <a:cs typeface="Calibri"/>
            </a:endParaRPr>
          </a:p>
        </p:txBody>
      </p:sp>
      <p:sp>
        <p:nvSpPr>
          <p:cNvPr id="9" name="Rectangle: Rounded Corners 8">
            <a:extLst>
              <a:ext uri="{FF2B5EF4-FFF2-40B4-BE49-F238E27FC236}">
                <a16:creationId xmlns:a16="http://schemas.microsoft.com/office/drawing/2014/main" id="{A8951964-1864-F28E-55E5-26952591C01B}"/>
              </a:ext>
            </a:extLst>
          </p:cNvPr>
          <p:cNvSpPr/>
          <p:nvPr/>
        </p:nvSpPr>
        <p:spPr>
          <a:xfrm>
            <a:off x="2719879" y="1494636"/>
            <a:ext cx="1850367" cy="649503"/>
          </a:xfrm>
          <a:prstGeom prst="round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b="1" dirty="0">
                <a:solidFill>
                  <a:schemeClr val="tx1"/>
                </a:solidFill>
                <a:ea typeface="Calibri"/>
                <a:cs typeface="Calibri"/>
              </a:rPr>
              <a:t>Data Cleaning </a:t>
            </a:r>
            <a:r>
              <a:rPr lang="en-US" b="1">
                <a:solidFill>
                  <a:schemeClr val="tx1"/>
                </a:solidFill>
                <a:ea typeface="Calibri"/>
                <a:cs typeface="Calibri"/>
              </a:rPr>
              <a:t>using Excel</a:t>
            </a:r>
            <a:endParaRPr lang="en-US"/>
          </a:p>
        </p:txBody>
      </p:sp>
      <p:sp>
        <p:nvSpPr>
          <p:cNvPr id="10" name="Rectangle: Rounded Corners 9">
            <a:extLst>
              <a:ext uri="{FF2B5EF4-FFF2-40B4-BE49-F238E27FC236}">
                <a16:creationId xmlns:a16="http://schemas.microsoft.com/office/drawing/2014/main" id="{D7664D10-FC5F-3872-7212-1C01477FEC4D}"/>
              </a:ext>
            </a:extLst>
          </p:cNvPr>
          <p:cNvSpPr/>
          <p:nvPr/>
        </p:nvSpPr>
        <p:spPr>
          <a:xfrm>
            <a:off x="5113709" y="1818126"/>
            <a:ext cx="1850367" cy="649503"/>
          </a:xfrm>
          <a:prstGeom prst="round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b="1">
                <a:solidFill>
                  <a:schemeClr val="tx1"/>
                </a:solidFill>
                <a:ea typeface="Calibri"/>
                <a:cs typeface="Calibri"/>
              </a:rPr>
              <a:t>Added Helper Columns</a:t>
            </a:r>
          </a:p>
        </p:txBody>
      </p:sp>
      <p:sp>
        <p:nvSpPr>
          <p:cNvPr id="11" name="Rectangle: Rounded Corners 10">
            <a:extLst>
              <a:ext uri="{FF2B5EF4-FFF2-40B4-BE49-F238E27FC236}">
                <a16:creationId xmlns:a16="http://schemas.microsoft.com/office/drawing/2014/main" id="{CD30DDF6-4580-C212-D318-0AE275CADCD0}"/>
              </a:ext>
            </a:extLst>
          </p:cNvPr>
          <p:cNvSpPr/>
          <p:nvPr/>
        </p:nvSpPr>
        <p:spPr>
          <a:xfrm>
            <a:off x="6968388" y="2572937"/>
            <a:ext cx="1861150" cy="800465"/>
          </a:xfrm>
          <a:prstGeom prst="round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b="1">
                <a:solidFill>
                  <a:schemeClr val="tx1"/>
                </a:solidFill>
                <a:ea typeface="Calibri"/>
                <a:cs typeface="Calibri"/>
              </a:rPr>
              <a:t>Creation of Power BI Dashboard</a:t>
            </a:r>
          </a:p>
        </p:txBody>
      </p:sp>
      <p:sp>
        <p:nvSpPr>
          <p:cNvPr id="12" name="Rectangle: Rounded Corners 11">
            <a:extLst>
              <a:ext uri="{FF2B5EF4-FFF2-40B4-BE49-F238E27FC236}">
                <a16:creationId xmlns:a16="http://schemas.microsoft.com/office/drawing/2014/main" id="{9D78EBC4-EA58-1D82-65A6-6DBEA5C8DF5A}"/>
              </a:ext>
            </a:extLst>
          </p:cNvPr>
          <p:cNvSpPr/>
          <p:nvPr/>
        </p:nvSpPr>
        <p:spPr>
          <a:xfrm>
            <a:off x="4962746" y="3521842"/>
            <a:ext cx="2001329" cy="832814"/>
          </a:xfrm>
          <a:prstGeom prst="round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b="1" dirty="0">
                <a:solidFill>
                  <a:schemeClr val="tx1"/>
                </a:solidFill>
                <a:ea typeface="Calibri"/>
                <a:cs typeface="Calibri"/>
              </a:rPr>
              <a:t>Insight Generation Using </a:t>
            </a:r>
            <a:r>
              <a:rPr lang="en-US" b="1">
                <a:solidFill>
                  <a:schemeClr val="tx1"/>
                </a:solidFill>
                <a:ea typeface="Calibri"/>
                <a:cs typeface="Calibri"/>
              </a:rPr>
              <a:t>Copilot</a:t>
            </a:r>
            <a:endParaRPr lang="en-US" b="1" dirty="0">
              <a:solidFill>
                <a:schemeClr val="tx1"/>
              </a:solidFill>
              <a:ea typeface="Calibri"/>
              <a:cs typeface="Calibri"/>
            </a:endParaRPr>
          </a:p>
        </p:txBody>
      </p:sp>
      <p:sp>
        <p:nvSpPr>
          <p:cNvPr id="13" name="Rectangle: Rounded Corners 12">
            <a:extLst>
              <a:ext uri="{FF2B5EF4-FFF2-40B4-BE49-F238E27FC236}">
                <a16:creationId xmlns:a16="http://schemas.microsoft.com/office/drawing/2014/main" id="{219B674F-5EE8-3A17-8328-4A2D18605AE1}"/>
              </a:ext>
            </a:extLst>
          </p:cNvPr>
          <p:cNvSpPr/>
          <p:nvPr/>
        </p:nvSpPr>
        <p:spPr>
          <a:xfrm>
            <a:off x="2719878" y="4028644"/>
            <a:ext cx="1850367" cy="649503"/>
          </a:xfrm>
          <a:prstGeom prst="round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b="1">
                <a:solidFill>
                  <a:schemeClr val="tx1"/>
                </a:solidFill>
                <a:ea typeface="Calibri"/>
                <a:cs typeface="Calibri"/>
              </a:rPr>
              <a:t>Copilot Studio Agent Created</a:t>
            </a:r>
          </a:p>
        </p:txBody>
      </p:sp>
      <p:sp>
        <p:nvSpPr>
          <p:cNvPr id="14" name="Rectangle: Rounded Corners 13">
            <a:extLst>
              <a:ext uri="{FF2B5EF4-FFF2-40B4-BE49-F238E27FC236}">
                <a16:creationId xmlns:a16="http://schemas.microsoft.com/office/drawing/2014/main" id="{DAED6C42-6D4A-E3EA-A134-4C3DFE30642D}"/>
              </a:ext>
            </a:extLst>
          </p:cNvPr>
          <p:cNvSpPr/>
          <p:nvPr/>
        </p:nvSpPr>
        <p:spPr>
          <a:xfrm>
            <a:off x="315265" y="4039427"/>
            <a:ext cx="1968980" cy="962210"/>
          </a:xfrm>
          <a:prstGeom prst="round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b="1" dirty="0">
                <a:solidFill>
                  <a:schemeClr val="tx1"/>
                </a:solidFill>
                <a:ea typeface="Calibri"/>
                <a:cs typeface="Calibri"/>
              </a:rPr>
              <a:t>Property Intelligence </a:t>
            </a:r>
            <a:r>
              <a:rPr lang="en-US" b="1">
                <a:solidFill>
                  <a:schemeClr val="tx1"/>
                </a:solidFill>
                <a:ea typeface="Calibri"/>
                <a:cs typeface="Calibri"/>
              </a:rPr>
              <a:t>Platform</a:t>
            </a:r>
            <a:endParaRPr lang="en-US" b="1" dirty="0">
              <a:solidFill>
                <a:schemeClr val="tx1"/>
              </a:solidFill>
              <a:ea typeface="Calibri"/>
              <a:cs typeface="Calibri"/>
            </a:endParaRPr>
          </a:p>
        </p:txBody>
      </p:sp>
      <p:pic>
        <p:nvPicPr>
          <p:cNvPr id="25" name="Picture 24" descr="A blue text on a black background&#10;&#10;AI-generated content may be incorrect.">
            <a:extLst>
              <a:ext uri="{FF2B5EF4-FFF2-40B4-BE49-F238E27FC236}">
                <a16:creationId xmlns:a16="http://schemas.microsoft.com/office/drawing/2014/main" id="{AB6A5A57-DAF4-6EAF-4C41-32B0CDD7F4A0}"/>
              </a:ext>
            </a:extLst>
          </p:cNvPr>
          <p:cNvPicPr>
            <a:picLocks noChangeAspect="1"/>
          </p:cNvPicPr>
          <p:nvPr/>
        </p:nvPicPr>
        <p:blipFill>
          <a:blip r:embed="rId4"/>
          <a:stretch>
            <a:fillRect/>
          </a:stretch>
        </p:blipFill>
        <p:spPr>
          <a:xfrm>
            <a:off x="442913" y="2420788"/>
            <a:ext cx="1443307" cy="948906"/>
          </a:xfrm>
          <a:prstGeom prst="rect">
            <a:avLst/>
          </a:prstGeom>
        </p:spPr>
      </p:pic>
      <p:pic>
        <p:nvPicPr>
          <p:cNvPr id="2" name="Graphic 1" descr="Microsoft Copilot Studio">
            <a:extLst>
              <a:ext uri="{FF2B5EF4-FFF2-40B4-BE49-F238E27FC236}">
                <a16:creationId xmlns:a16="http://schemas.microsoft.com/office/drawing/2014/main" id="{1C30C6CC-FC0C-7D35-AB5C-B264EFC2160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397979" y="2573188"/>
            <a:ext cx="914400" cy="838200"/>
          </a:xfrm>
          <a:prstGeom prst="rect">
            <a:avLst/>
          </a:prstGeom>
        </p:spPr>
      </p:pic>
      <p:cxnSp>
        <p:nvCxnSpPr>
          <p:cNvPr id="4" name="Connector: Elbow 3">
            <a:extLst>
              <a:ext uri="{FF2B5EF4-FFF2-40B4-BE49-F238E27FC236}">
                <a16:creationId xmlns:a16="http://schemas.microsoft.com/office/drawing/2014/main" id="{881802FD-CE69-28F6-195C-A50AE23F80AB}"/>
              </a:ext>
            </a:extLst>
          </p:cNvPr>
          <p:cNvCxnSpPr/>
          <p:nvPr/>
        </p:nvCxnSpPr>
        <p:spPr>
          <a:xfrm>
            <a:off x="2175021" y="1486594"/>
            <a:ext cx="540385" cy="337418"/>
          </a:xfrm>
          <a:prstGeom prst="bentConnector3">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Connector: Elbow 5">
            <a:extLst>
              <a:ext uri="{FF2B5EF4-FFF2-40B4-BE49-F238E27FC236}">
                <a16:creationId xmlns:a16="http://schemas.microsoft.com/office/drawing/2014/main" id="{E4461BC2-837F-3DF5-1696-7F425E0E5896}"/>
              </a:ext>
            </a:extLst>
          </p:cNvPr>
          <p:cNvCxnSpPr>
            <a:cxnSpLocks/>
          </p:cNvCxnSpPr>
          <p:nvPr/>
        </p:nvCxnSpPr>
        <p:spPr>
          <a:xfrm>
            <a:off x="4579634" y="1885565"/>
            <a:ext cx="540385" cy="337418"/>
          </a:xfrm>
          <a:prstGeom prst="bentConnector3">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Connector: Elbow 14">
            <a:extLst>
              <a:ext uri="{FF2B5EF4-FFF2-40B4-BE49-F238E27FC236}">
                <a16:creationId xmlns:a16="http://schemas.microsoft.com/office/drawing/2014/main" id="{F35E49A7-4A17-CF64-D6F5-8A795E0F4668}"/>
              </a:ext>
            </a:extLst>
          </p:cNvPr>
          <p:cNvCxnSpPr>
            <a:cxnSpLocks/>
          </p:cNvCxnSpPr>
          <p:nvPr/>
        </p:nvCxnSpPr>
        <p:spPr>
          <a:xfrm>
            <a:off x="6973464" y="2219839"/>
            <a:ext cx="540385" cy="337418"/>
          </a:xfrm>
          <a:prstGeom prst="bentConnector3">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Connector: Elbow 15">
            <a:extLst>
              <a:ext uri="{FF2B5EF4-FFF2-40B4-BE49-F238E27FC236}">
                <a16:creationId xmlns:a16="http://schemas.microsoft.com/office/drawing/2014/main" id="{1B6A4A04-0A04-2593-B0F0-9C9FD8DEE51B}"/>
              </a:ext>
            </a:extLst>
          </p:cNvPr>
          <p:cNvCxnSpPr>
            <a:cxnSpLocks/>
          </p:cNvCxnSpPr>
          <p:nvPr/>
        </p:nvCxnSpPr>
        <p:spPr>
          <a:xfrm flipV="1">
            <a:off x="6973463" y="3398332"/>
            <a:ext cx="389423" cy="374261"/>
          </a:xfrm>
          <a:prstGeom prst="bentConnector3">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Connector: Elbow 16">
            <a:extLst>
              <a:ext uri="{FF2B5EF4-FFF2-40B4-BE49-F238E27FC236}">
                <a16:creationId xmlns:a16="http://schemas.microsoft.com/office/drawing/2014/main" id="{2AFF0617-CB8A-3C9C-C3CF-03BAB1B88382}"/>
              </a:ext>
            </a:extLst>
          </p:cNvPr>
          <p:cNvCxnSpPr>
            <a:cxnSpLocks/>
          </p:cNvCxnSpPr>
          <p:nvPr/>
        </p:nvCxnSpPr>
        <p:spPr>
          <a:xfrm flipV="1">
            <a:off x="4579633" y="4034530"/>
            <a:ext cx="389423" cy="374261"/>
          </a:xfrm>
          <a:prstGeom prst="bentConnector3">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Connector: Elbow 17">
            <a:extLst>
              <a:ext uri="{FF2B5EF4-FFF2-40B4-BE49-F238E27FC236}">
                <a16:creationId xmlns:a16="http://schemas.microsoft.com/office/drawing/2014/main" id="{199C5414-1238-E23B-1FD7-0541036DE1F9}"/>
              </a:ext>
            </a:extLst>
          </p:cNvPr>
          <p:cNvCxnSpPr>
            <a:cxnSpLocks/>
          </p:cNvCxnSpPr>
          <p:nvPr/>
        </p:nvCxnSpPr>
        <p:spPr>
          <a:xfrm flipV="1">
            <a:off x="2293632" y="4336454"/>
            <a:ext cx="432555" cy="331129"/>
          </a:xfrm>
          <a:prstGeom prst="bentConnector3">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73167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3A8A"/>
          </a:solidFill>
          <a:ln/>
        </p:spPr>
      </p:sp>
      <p:sp>
        <p:nvSpPr>
          <p:cNvPr id="3" name="Text 1"/>
          <p:cNvSpPr/>
          <p:nvPr/>
        </p:nvSpPr>
        <p:spPr>
          <a:xfrm>
            <a:off x="7772400" y="45720"/>
            <a:ext cx="1280160" cy="411480"/>
          </a:xfrm>
          <a:prstGeom prst="rect">
            <a:avLst/>
          </a:prstGeom>
          <a:noFill/>
          <a:ln/>
        </p:spPr>
        <p:txBody>
          <a:bodyPr wrap="square" rtlCol="0" anchor="ctr"/>
          <a:lstStyle/>
          <a:p>
            <a:pPr marL="0" indent="0" algn="r">
              <a:buNone/>
            </a:pPr>
            <a:r>
              <a:rPr lang="en-US" sz="800" b="1">
                <a:solidFill>
                  <a:srgbClr val="4FC3F7"/>
                </a:solidFill>
                <a:latin typeface="Calibri" pitchFamily="34" charset="0"/>
                <a:ea typeface="Calibri" pitchFamily="34" charset="-122"/>
                <a:cs typeface="Calibri" pitchFamily="34" charset="-120"/>
              </a:rPr>
              <a:t>edunet</a:t>
            </a:r>
            <a:endParaRPr lang="en-US" sz="800"/>
          </a:p>
          <a:p>
            <a:pPr marL="0" indent="0" algn="r">
              <a:buNone/>
            </a:pPr>
            <a:r>
              <a:rPr lang="en-US" sz="800" b="1">
                <a:solidFill>
                  <a:srgbClr val="4FC3F7"/>
                </a:solidFill>
                <a:latin typeface="Calibri" pitchFamily="34" charset="0"/>
                <a:ea typeface="Calibri" pitchFamily="34" charset="-122"/>
                <a:cs typeface="Calibri" pitchFamily="34" charset="-120"/>
              </a:rPr>
              <a:t>foundation</a:t>
            </a:r>
            <a:endParaRPr lang="en-US" sz="800"/>
          </a:p>
        </p:txBody>
      </p:sp>
      <p:sp>
        <p:nvSpPr>
          <p:cNvPr id="4" name="Text 2"/>
          <p:cNvSpPr/>
          <p:nvPr/>
        </p:nvSpPr>
        <p:spPr>
          <a:xfrm>
            <a:off x="320040" y="621792"/>
            <a:ext cx="8229600" cy="438912"/>
          </a:xfrm>
          <a:prstGeom prst="rect">
            <a:avLst/>
          </a:prstGeom>
          <a:noFill/>
          <a:ln/>
        </p:spPr>
        <p:txBody>
          <a:bodyPr wrap="square" lIns="91440" tIns="45720" rIns="91440" bIns="45720" rtlCol="0" anchor="ctr"/>
          <a:lstStyle/>
          <a:p>
            <a:pPr marL="0" indent="0">
              <a:buNone/>
            </a:pPr>
            <a:r>
              <a:rPr lang="en-US" sz="2800" b="1">
                <a:solidFill>
                  <a:srgbClr val="1B3A8A"/>
                </a:solidFill>
                <a:latin typeface="Calibri"/>
                <a:ea typeface="Calibri"/>
                <a:cs typeface="Calibri"/>
              </a:rPr>
              <a:t>Live Demo of Project</a:t>
            </a:r>
            <a:endParaRPr lang="en-US" sz="2800">
              <a:latin typeface="Calibri"/>
              <a:ea typeface="Calibri"/>
              <a:cs typeface="Calibri"/>
            </a:endParaRPr>
          </a:p>
        </p:txBody>
      </p:sp>
      <p:sp>
        <p:nvSpPr>
          <p:cNvPr id="5" name="Shape 3"/>
          <p:cNvSpPr/>
          <p:nvPr/>
        </p:nvSpPr>
        <p:spPr>
          <a:xfrm>
            <a:off x="0" y="4983480"/>
            <a:ext cx="9144000" cy="160020"/>
          </a:xfrm>
          <a:prstGeom prst="rect">
            <a:avLst/>
          </a:prstGeom>
          <a:solidFill>
            <a:srgbClr val="1B3A8A"/>
          </a:solidFill>
          <a:ln/>
        </p:spPr>
      </p:sp>
      <p:sp>
        <p:nvSpPr>
          <p:cNvPr id="6" name="Text 4"/>
          <p:cNvSpPr/>
          <p:nvPr/>
        </p:nvSpPr>
        <p:spPr>
          <a:xfrm>
            <a:off x="365760" y="1115568"/>
            <a:ext cx="8412480" cy="320040"/>
          </a:xfrm>
          <a:prstGeom prst="rect">
            <a:avLst/>
          </a:prstGeom>
          <a:noFill/>
          <a:ln/>
        </p:spPr>
        <p:txBody>
          <a:bodyPr wrap="square" rtlCol="0" anchor="ctr"/>
          <a:lstStyle/>
          <a:p>
            <a:pPr marL="0" indent="0">
              <a:buNone/>
            </a:pPr>
            <a:r>
              <a:rPr lang="en-US" sz="1200" i="1">
                <a:solidFill>
                  <a:srgbClr val="607D8B"/>
                </a:solidFill>
                <a:latin typeface="Calibri" pitchFamily="34" charset="0"/>
                <a:ea typeface="Calibri" pitchFamily="34" charset="-122"/>
                <a:cs typeface="Calibri" pitchFamily="34" charset="-120"/>
              </a:rPr>
              <a:t>Here's the list of some demo screenshots / features of the project:</a:t>
            </a:r>
            <a:endParaRPr lang="en-US" sz="1200"/>
          </a:p>
        </p:txBody>
      </p:sp>
      <p:sp>
        <p:nvSpPr>
          <p:cNvPr id="7" name="Shape 5"/>
          <p:cNvSpPr/>
          <p:nvPr/>
        </p:nvSpPr>
        <p:spPr>
          <a:xfrm>
            <a:off x="978408" y="1463040"/>
            <a:ext cx="1371600" cy="1371600"/>
          </a:xfrm>
          <a:prstGeom prst="ellipse">
            <a:avLst/>
          </a:prstGeom>
          <a:solidFill>
            <a:srgbClr val="ECEFF1"/>
          </a:solidFill>
          <a:ln w="38100">
            <a:solidFill>
              <a:srgbClr val="FFFFFF"/>
            </a:solidFill>
            <a:prstDash val="solid"/>
          </a:ln>
        </p:spPr>
      </p:sp>
      <p:sp>
        <p:nvSpPr>
          <p:cNvPr id="8" name="Text 6"/>
          <p:cNvSpPr/>
          <p:nvPr/>
        </p:nvSpPr>
        <p:spPr>
          <a:xfrm>
            <a:off x="978408" y="1463040"/>
            <a:ext cx="1371600" cy="1371600"/>
          </a:xfrm>
          <a:prstGeom prst="rect">
            <a:avLst/>
          </a:prstGeom>
          <a:noFill/>
          <a:ln/>
        </p:spPr>
        <p:txBody>
          <a:bodyPr wrap="square" rtlCol="0" anchor="ctr"/>
          <a:lstStyle/>
          <a:p>
            <a:pPr marL="0" indent="0" algn="ctr">
              <a:buNone/>
            </a:pPr>
            <a:r>
              <a:rPr lang="en-US" sz="3600">
                <a:solidFill>
                  <a:srgbClr val="000000"/>
                </a:solidFill>
              </a:rPr>
              <a:t>🖼</a:t>
            </a:r>
            <a:endParaRPr lang="en-US" sz="3600"/>
          </a:p>
        </p:txBody>
      </p:sp>
      <p:sp>
        <p:nvSpPr>
          <p:cNvPr id="9" name="Shape 7"/>
          <p:cNvSpPr/>
          <p:nvPr/>
        </p:nvSpPr>
        <p:spPr>
          <a:xfrm>
            <a:off x="274320" y="2011680"/>
            <a:ext cx="2788920" cy="2651760"/>
          </a:xfrm>
          <a:prstGeom prst="rect">
            <a:avLst/>
          </a:prstGeom>
          <a:solidFill>
            <a:srgbClr val="1565C0"/>
          </a:solidFill>
          <a:ln/>
          <a:effectLst>
            <a:outerShdw blurRad="101600" dist="38100" dir="8100000" algn="bl" rotWithShape="0">
              <a:srgbClr val="000000">
                <a:alpha val="15000"/>
              </a:srgbClr>
            </a:outerShdw>
          </a:effectLst>
        </p:spPr>
      </p:sp>
      <p:sp>
        <p:nvSpPr>
          <p:cNvPr id="10" name="Text 8"/>
          <p:cNvSpPr/>
          <p:nvPr/>
        </p:nvSpPr>
        <p:spPr>
          <a:xfrm>
            <a:off x="274320" y="2242005"/>
            <a:ext cx="2788920" cy="411480"/>
          </a:xfrm>
          <a:prstGeom prst="rect">
            <a:avLst/>
          </a:prstGeom>
          <a:noFill/>
          <a:ln/>
        </p:spPr>
        <p:txBody>
          <a:bodyPr wrap="square" lIns="91440" tIns="45720" rIns="91440" bIns="45720" rtlCol="0" anchor="ctr"/>
          <a:lstStyle/>
          <a:p>
            <a:pPr algn="ctr"/>
            <a:r>
              <a:rPr lang="en-US" sz="1600" b="1">
                <a:solidFill>
                  <a:srgbClr val="FFFFFF"/>
                </a:solidFill>
                <a:ea typeface="Calibri"/>
                <a:cs typeface="Calibri"/>
              </a:rPr>
              <a:t>Excel Cleaned Data</a:t>
            </a:r>
            <a:endParaRPr lang="en-US" sz="1600" b="1" dirty="0">
              <a:solidFill>
                <a:srgbClr val="FFFFFF"/>
              </a:solidFill>
              <a:ea typeface="Calibri"/>
              <a:cs typeface="Calibri"/>
            </a:endParaRPr>
          </a:p>
        </p:txBody>
      </p:sp>
      <p:sp>
        <p:nvSpPr>
          <p:cNvPr id="12" name="Shape 10"/>
          <p:cNvSpPr/>
          <p:nvPr/>
        </p:nvSpPr>
        <p:spPr>
          <a:xfrm>
            <a:off x="3922776" y="1463040"/>
            <a:ext cx="1371600" cy="1371600"/>
          </a:xfrm>
          <a:prstGeom prst="ellipse">
            <a:avLst/>
          </a:prstGeom>
          <a:solidFill>
            <a:srgbClr val="ECEFF1"/>
          </a:solidFill>
          <a:ln w="38100">
            <a:solidFill>
              <a:srgbClr val="FFFFFF"/>
            </a:solidFill>
            <a:prstDash val="solid"/>
          </a:ln>
        </p:spPr>
      </p:sp>
      <p:sp>
        <p:nvSpPr>
          <p:cNvPr id="13" name="Text 11"/>
          <p:cNvSpPr/>
          <p:nvPr/>
        </p:nvSpPr>
        <p:spPr>
          <a:xfrm>
            <a:off x="3922776" y="1463040"/>
            <a:ext cx="1371600" cy="1371600"/>
          </a:xfrm>
          <a:prstGeom prst="rect">
            <a:avLst/>
          </a:prstGeom>
          <a:noFill/>
          <a:ln/>
        </p:spPr>
        <p:txBody>
          <a:bodyPr wrap="square" rtlCol="0" anchor="ctr"/>
          <a:lstStyle/>
          <a:p>
            <a:pPr marL="0" indent="0" algn="ctr">
              <a:buNone/>
            </a:pPr>
            <a:r>
              <a:rPr lang="en-US" sz="3600">
                <a:solidFill>
                  <a:srgbClr val="000000"/>
                </a:solidFill>
              </a:rPr>
              <a:t>🖼</a:t>
            </a:r>
            <a:endParaRPr lang="en-US" sz="3600"/>
          </a:p>
        </p:txBody>
      </p:sp>
      <p:sp>
        <p:nvSpPr>
          <p:cNvPr id="14" name="Shape 12"/>
          <p:cNvSpPr/>
          <p:nvPr/>
        </p:nvSpPr>
        <p:spPr>
          <a:xfrm>
            <a:off x="3218688" y="2011680"/>
            <a:ext cx="2788920" cy="2651760"/>
          </a:xfrm>
          <a:prstGeom prst="rect">
            <a:avLst/>
          </a:prstGeom>
          <a:solidFill>
            <a:srgbClr val="1565C0"/>
          </a:solidFill>
          <a:ln/>
          <a:effectLst>
            <a:outerShdw blurRad="101600" dist="38100" dir="8100000" algn="bl" rotWithShape="0">
              <a:srgbClr val="000000">
                <a:alpha val="15000"/>
              </a:srgbClr>
            </a:outerShdw>
          </a:effectLst>
        </p:spPr>
      </p:sp>
      <p:sp>
        <p:nvSpPr>
          <p:cNvPr id="15" name="Text 13"/>
          <p:cNvSpPr/>
          <p:nvPr/>
        </p:nvSpPr>
        <p:spPr>
          <a:xfrm>
            <a:off x="3294169" y="2242005"/>
            <a:ext cx="2788920" cy="411480"/>
          </a:xfrm>
          <a:prstGeom prst="rect">
            <a:avLst/>
          </a:prstGeom>
          <a:noFill/>
          <a:ln/>
        </p:spPr>
        <p:txBody>
          <a:bodyPr wrap="square" lIns="91440" tIns="45720" rIns="91440" bIns="45720" rtlCol="0" anchor="ctr"/>
          <a:lstStyle/>
          <a:p>
            <a:pPr algn="ctr"/>
            <a:r>
              <a:rPr lang="en-US" sz="1600" b="1">
                <a:solidFill>
                  <a:srgbClr val="FFFFFF"/>
                </a:solidFill>
                <a:latin typeface="Calibri"/>
                <a:ea typeface="Calibri"/>
                <a:cs typeface="Calibri"/>
              </a:rPr>
              <a:t>Power BI Dashboard</a:t>
            </a:r>
            <a:endParaRPr lang="en-US" sz="1600" b="1" dirty="0">
              <a:solidFill>
                <a:srgbClr val="FFFFFF"/>
              </a:solidFill>
              <a:latin typeface="Calibri"/>
              <a:ea typeface="Calibri"/>
              <a:cs typeface="Calibri"/>
            </a:endParaRPr>
          </a:p>
        </p:txBody>
      </p:sp>
      <p:sp>
        <p:nvSpPr>
          <p:cNvPr id="16" name="Text 14"/>
          <p:cNvSpPr/>
          <p:nvPr/>
        </p:nvSpPr>
        <p:spPr>
          <a:xfrm>
            <a:off x="3355848" y="3127248"/>
            <a:ext cx="2514600" cy="1371600"/>
          </a:xfrm>
          <a:prstGeom prst="rect">
            <a:avLst/>
          </a:prstGeom>
          <a:noFill/>
          <a:ln/>
        </p:spPr>
        <p:txBody>
          <a:bodyPr wrap="square" lIns="91440" tIns="45720" rIns="91440" bIns="45720" rtlCol="0" anchor="ctr"/>
          <a:lstStyle/>
          <a:p>
            <a:pPr marL="0" indent="0" algn="ctr">
              <a:buNone/>
            </a:pPr>
            <a:endParaRPr lang="en-US" sz="1050" dirty="0">
              <a:solidFill>
                <a:srgbClr val="FFFFFF"/>
              </a:solidFill>
              <a:ea typeface="Calibri"/>
              <a:cs typeface="Calibri"/>
            </a:endParaRPr>
          </a:p>
        </p:txBody>
      </p:sp>
      <p:sp>
        <p:nvSpPr>
          <p:cNvPr id="17" name="Shape 15"/>
          <p:cNvSpPr/>
          <p:nvPr/>
        </p:nvSpPr>
        <p:spPr>
          <a:xfrm>
            <a:off x="6867144" y="1463040"/>
            <a:ext cx="1371600" cy="1371600"/>
          </a:xfrm>
          <a:prstGeom prst="ellipse">
            <a:avLst/>
          </a:prstGeom>
          <a:solidFill>
            <a:srgbClr val="ECEFF1"/>
          </a:solidFill>
          <a:ln w="38100">
            <a:solidFill>
              <a:srgbClr val="FFFFFF"/>
            </a:solidFill>
            <a:prstDash val="solid"/>
          </a:ln>
        </p:spPr>
      </p:sp>
      <p:sp>
        <p:nvSpPr>
          <p:cNvPr id="18" name="Text 16"/>
          <p:cNvSpPr/>
          <p:nvPr/>
        </p:nvSpPr>
        <p:spPr>
          <a:xfrm>
            <a:off x="6867144" y="1463040"/>
            <a:ext cx="1371600" cy="1371600"/>
          </a:xfrm>
          <a:prstGeom prst="rect">
            <a:avLst/>
          </a:prstGeom>
          <a:noFill/>
          <a:ln/>
        </p:spPr>
        <p:txBody>
          <a:bodyPr wrap="square" rtlCol="0" anchor="ctr"/>
          <a:lstStyle/>
          <a:p>
            <a:pPr marL="0" indent="0" algn="ctr">
              <a:buNone/>
            </a:pPr>
            <a:r>
              <a:rPr lang="en-US" sz="3600">
                <a:solidFill>
                  <a:srgbClr val="000000"/>
                </a:solidFill>
              </a:rPr>
              <a:t>🖼</a:t>
            </a:r>
            <a:endParaRPr lang="en-US" sz="3600"/>
          </a:p>
        </p:txBody>
      </p:sp>
      <p:sp>
        <p:nvSpPr>
          <p:cNvPr id="19" name="Shape 17"/>
          <p:cNvSpPr/>
          <p:nvPr/>
        </p:nvSpPr>
        <p:spPr>
          <a:xfrm>
            <a:off x="6163056" y="2011680"/>
            <a:ext cx="2788920" cy="2651760"/>
          </a:xfrm>
          <a:prstGeom prst="rect">
            <a:avLst/>
          </a:prstGeom>
          <a:solidFill>
            <a:srgbClr val="1565C0"/>
          </a:solidFill>
          <a:ln/>
          <a:effectLst>
            <a:outerShdw blurRad="101600" dist="38100" dir="8100000" algn="bl" rotWithShape="0">
              <a:srgbClr val="000000">
                <a:alpha val="15000"/>
              </a:srgbClr>
            </a:outerShdw>
          </a:effectLst>
        </p:spPr>
      </p:sp>
      <p:sp>
        <p:nvSpPr>
          <p:cNvPr id="20" name="Text 18"/>
          <p:cNvSpPr/>
          <p:nvPr/>
        </p:nvSpPr>
        <p:spPr>
          <a:xfrm>
            <a:off x="6152273" y="2242005"/>
            <a:ext cx="2788920" cy="411480"/>
          </a:xfrm>
          <a:prstGeom prst="rect">
            <a:avLst/>
          </a:prstGeom>
          <a:noFill/>
          <a:ln/>
        </p:spPr>
        <p:txBody>
          <a:bodyPr wrap="square" lIns="91440" tIns="45720" rIns="91440" bIns="45720" rtlCol="0" anchor="ctr"/>
          <a:lstStyle/>
          <a:p>
            <a:pPr algn="ctr"/>
            <a:r>
              <a:rPr lang="en-US" sz="1600" b="1">
                <a:solidFill>
                  <a:srgbClr val="FFFFFF"/>
                </a:solidFill>
                <a:ea typeface="Calibri"/>
                <a:cs typeface="Calibri"/>
              </a:rPr>
              <a:t>Copilot Studio Agent</a:t>
            </a:r>
            <a:endParaRPr lang="en-US" sz="1600" b="1" dirty="0">
              <a:solidFill>
                <a:srgbClr val="FFFFFF"/>
              </a:solidFill>
              <a:ea typeface="Calibri"/>
              <a:cs typeface="Calibri"/>
            </a:endParaRPr>
          </a:p>
        </p:txBody>
      </p:sp>
      <p:sp>
        <p:nvSpPr>
          <p:cNvPr id="21" name="Text 19"/>
          <p:cNvSpPr/>
          <p:nvPr/>
        </p:nvSpPr>
        <p:spPr>
          <a:xfrm>
            <a:off x="6300216" y="3127248"/>
            <a:ext cx="2514600" cy="1371600"/>
          </a:xfrm>
          <a:prstGeom prst="rect">
            <a:avLst/>
          </a:prstGeom>
          <a:noFill/>
          <a:ln/>
        </p:spPr>
        <p:txBody>
          <a:bodyPr wrap="square" lIns="91440" tIns="45720" rIns="91440" bIns="45720" rtlCol="0" anchor="ctr"/>
          <a:lstStyle/>
          <a:p>
            <a:pPr marL="0" indent="0" algn="ctr">
              <a:buNone/>
            </a:pPr>
            <a:endParaRPr lang="en-US" sz="1050" dirty="0">
              <a:solidFill>
                <a:srgbClr val="FFFFFF"/>
              </a:solidFill>
              <a:ea typeface="Calibri"/>
              <a:cs typeface="Calibri"/>
            </a:endParaRPr>
          </a:p>
        </p:txBody>
      </p:sp>
      <p:sp>
        <p:nvSpPr>
          <p:cNvPr id="25" name="Text 14">
            <a:extLst>
              <a:ext uri="{FF2B5EF4-FFF2-40B4-BE49-F238E27FC236}">
                <a16:creationId xmlns:a16="http://schemas.microsoft.com/office/drawing/2014/main" id="{EF41F119-024F-CD76-29AC-F3A34A486A8C}"/>
              </a:ext>
            </a:extLst>
          </p:cNvPr>
          <p:cNvSpPr/>
          <p:nvPr/>
        </p:nvSpPr>
        <p:spPr>
          <a:xfrm>
            <a:off x="3345065" y="2909055"/>
            <a:ext cx="2514600" cy="1371600"/>
          </a:xfrm>
          <a:prstGeom prst="rect">
            <a:avLst/>
          </a:prstGeom>
          <a:noFill/>
          <a:ln/>
        </p:spPr>
        <p:txBody>
          <a:bodyPr wrap="square" lIns="91440" tIns="45720" rIns="91440" bIns="4572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endParaRPr lang="en-US" sz="1600" dirty="0">
              <a:latin typeface="Lato" panose="020F0502020204030203" pitchFamily="34" charset="0"/>
              <a:ea typeface="Calibri"/>
              <a:cs typeface="Arial" panose="020B0604020202020204" pitchFamily="34" charset="0"/>
            </a:endParaRPr>
          </a:p>
        </p:txBody>
      </p:sp>
      <p:sp>
        <p:nvSpPr>
          <p:cNvPr id="27" name="Text 19">
            <a:extLst>
              <a:ext uri="{FF2B5EF4-FFF2-40B4-BE49-F238E27FC236}">
                <a16:creationId xmlns:a16="http://schemas.microsoft.com/office/drawing/2014/main" id="{4D2B694C-39E9-C962-5FE1-6D65606ED7C9}"/>
              </a:ext>
            </a:extLst>
          </p:cNvPr>
          <p:cNvSpPr/>
          <p:nvPr/>
        </p:nvSpPr>
        <p:spPr>
          <a:xfrm>
            <a:off x="6289433" y="2909055"/>
            <a:ext cx="2514600" cy="1371600"/>
          </a:xfrm>
          <a:prstGeom prst="rect">
            <a:avLst/>
          </a:prstGeom>
          <a:noFill/>
          <a:ln/>
        </p:spPr>
        <p:txBody>
          <a:bodyPr wrap="square" lIns="91440" tIns="45720" rIns="91440" bIns="4572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endParaRPr lang="en-US" sz="1600" dirty="0">
              <a:latin typeface="Lato" panose="020F0502020204030203" pitchFamily="34" charset="0"/>
              <a:ea typeface="Calibri"/>
              <a:cs typeface="Arial" panose="020B0604020202020204" pitchFamily="34" charset="0"/>
            </a:endParaRPr>
          </a:p>
        </p:txBody>
      </p:sp>
      <p:sp>
        <p:nvSpPr>
          <p:cNvPr id="22" name="TextBox 21">
            <a:extLst>
              <a:ext uri="{FF2B5EF4-FFF2-40B4-BE49-F238E27FC236}">
                <a16:creationId xmlns:a16="http://schemas.microsoft.com/office/drawing/2014/main" id="{9F179787-8724-9B66-1F6D-27A7FBBE5B85}"/>
              </a:ext>
            </a:extLst>
          </p:cNvPr>
          <p:cNvSpPr txBox="1"/>
          <p:nvPr/>
        </p:nvSpPr>
        <p:spPr>
          <a:xfrm>
            <a:off x="571500" y="3121684"/>
            <a:ext cx="2490877" cy="110799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dirty="0">
                <a:solidFill>
                  <a:schemeClr val="bg1"/>
                </a:solidFill>
              </a:rPr>
              <a:t>https://github.com/Zehra-Aman/AICW-PROJECT-FEELLOWSHIP</a:t>
            </a:r>
          </a:p>
          <a:p>
            <a:pPr algn="ctr"/>
            <a:endParaRPr lang="en-US"/>
          </a:p>
        </p:txBody>
      </p:sp>
      <p:sp>
        <p:nvSpPr>
          <p:cNvPr id="24" name="TextBox 23">
            <a:extLst>
              <a:ext uri="{FF2B5EF4-FFF2-40B4-BE49-F238E27FC236}">
                <a16:creationId xmlns:a16="http://schemas.microsoft.com/office/drawing/2014/main" id="{D72D99F6-E793-EB07-DC24-F675B2096629}"/>
              </a:ext>
            </a:extLst>
          </p:cNvPr>
          <p:cNvSpPr txBox="1"/>
          <p:nvPr/>
        </p:nvSpPr>
        <p:spPr>
          <a:xfrm>
            <a:off x="3396651" y="3089335"/>
            <a:ext cx="2350698"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0" i="0" u="none" strike="noStrike" baseline="0" dirty="0">
                <a:solidFill>
                  <a:srgbClr val="FFFFFF"/>
                </a:solidFill>
                <a:latin typeface="Calibri"/>
                <a:ea typeface="Segoe UI"/>
                <a:cs typeface="Segoe UI"/>
              </a:rPr>
              <a:t>https://github.com/Zehra-Aman/AICW-PROJECT-FEELLOWSHIP</a:t>
            </a:r>
            <a:endParaRPr lang="en-US" dirty="0"/>
          </a:p>
        </p:txBody>
      </p:sp>
      <p:sp>
        <p:nvSpPr>
          <p:cNvPr id="26" name="TextBox 25">
            <a:extLst>
              <a:ext uri="{FF2B5EF4-FFF2-40B4-BE49-F238E27FC236}">
                <a16:creationId xmlns:a16="http://schemas.microsoft.com/office/drawing/2014/main" id="{594AADDE-CF44-C0A4-3C4B-BBC4FC2B7D36}"/>
              </a:ext>
            </a:extLst>
          </p:cNvPr>
          <p:cNvSpPr txBox="1"/>
          <p:nvPr/>
        </p:nvSpPr>
        <p:spPr>
          <a:xfrm>
            <a:off x="6297283" y="3046203"/>
            <a:ext cx="2329132" cy="110799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0" i="0" u="none" strike="noStrike" baseline="0">
                <a:solidFill>
                  <a:srgbClr val="FFFFFF"/>
                </a:solidFill>
                <a:latin typeface="Calibri"/>
                <a:ea typeface="Segoe UI"/>
                <a:cs typeface="Segoe UI"/>
              </a:rPr>
              <a:t>https://github.com/Zehra-Aman/AICW-PROJECT-FEELLOWSHIP</a:t>
            </a:r>
            <a:endParaRPr lang="en-US"/>
          </a:p>
          <a:p>
            <a:pPr algn="ctr"/>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pic>
        <p:nvPicPr>
          <p:cNvPr id="20" name="Picture 19" descr="Conclusion measuring device with arrow and scale. Abstract level indicator. Colorful infographic gauge element">
            <a:extLst>
              <a:ext uri="{FF2B5EF4-FFF2-40B4-BE49-F238E27FC236}">
                <a16:creationId xmlns:a16="http://schemas.microsoft.com/office/drawing/2014/main" id="{E80E0A31-3662-9D53-B5AC-0C557B32F478}"/>
              </a:ext>
            </a:extLst>
          </p:cNvPr>
          <p:cNvPicPr>
            <a:picLocks noChangeAspect="1"/>
          </p:cNvPicPr>
          <p:nvPr/>
        </p:nvPicPr>
        <p:blipFill>
          <a:blip r:embed="rId3"/>
          <a:stretch>
            <a:fillRect/>
          </a:stretch>
        </p:blipFill>
        <p:spPr>
          <a:xfrm>
            <a:off x="4437212" y="204877"/>
            <a:ext cx="4798444" cy="4733746"/>
          </a:xfrm>
          <a:prstGeom prst="rect">
            <a:avLst/>
          </a:prstGeom>
        </p:spPr>
      </p:pic>
      <p:sp>
        <p:nvSpPr>
          <p:cNvPr id="2" name="Shape 0"/>
          <p:cNvSpPr/>
          <p:nvPr/>
        </p:nvSpPr>
        <p:spPr>
          <a:xfrm>
            <a:off x="0" y="0"/>
            <a:ext cx="9144000" cy="502920"/>
          </a:xfrm>
          <a:prstGeom prst="rect">
            <a:avLst/>
          </a:prstGeom>
          <a:solidFill>
            <a:srgbClr val="1B3A8A"/>
          </a:solidFill>
          <a:ln/>
        </p:spPr>
      </p:sp>
      <p:sp>
        <p:nvSpPr>
          <p:cNvPr id="3" name="Text 1"/>
          <p:cNvSpPr/>
          <p:nvPr/>
        </p:nvSpPr>
        <p:spPr>
          <a:xfrm>
            <a:off x="7772400" y="45720"/>
            <a:ext cx="1280160" cy="411480"/>
          </a:xfrm>
          <a:prstGeom prst="rect">
            <a:avLst/>
          </a:prstGeom>
          <a:noFill/>
          <a:ln/>
        </p:spPr>
        <p:txBody>
          <a:bodyPr wrap="square" rtlCol="0" anchor="ctr"/>
          <a:lstStyle/>
          <a:p>
            <a:pPr marL="0" indent="0" algn="r">
              <a:buNone/>
            </a:pPr>
            <a:r>
              <a:rPr lang="en-US" sz="800" b="1">
                <a:solidFill>
                  <a:srgbClr val="4FC3F7"/>
                </a:solidFill>
                <a:latin typeface="Calibri" pitchFamily="34" charset="0"/>
                <a:ea typeface="Calibri" pitchFamily="34" charset="-122"/>
                <a:cs typeface="Calibri" pitchFamily="34" charset="-120"/>
              </a:rPr>
              <a:t>edunet</a:t>
            </a:r>
            <a:endParaRPr lang="en-US" sz="800"/>
          </a:p>
          <a:p>
            <a:pPr marL="0" indent="0" algn="r">
              <a:buNone/>
            </a:pPr>
            <a:r>
              <a:rPr lang="en-US" sz="800" b="1">
                <a:solidFill>
                  <a:srgbClr val="4FC3F7"/>
                </a:solidFill>
                <a:latin typeface="Calibri" pitchFamily="34" charset="0"/>
                <a:ea typeface="Calibri" pitchFamily="34" charset="-122"/>
                <a:cs typeface="Calibri" pitchFamily="34" charset="-120"/>
              </a:rPr>
              <a:t>foundation</a:t>
            </a:r>
            <a:endParaRPr lang="en-US" sz="800"/>
          </a:p>
        </p:txBody>
      </p:sp>
      <p:sp>
        <p:nvSpPr>
          <p:cNvPr id="4" name="Text 2"/>
          <p:cNvSpPr/>
          <p:nvPr/>
        </p:nvSpPr>
        <p:spPr>
          <a:xfrm>
            <a:off x="320040" y="621792"/>
            <a:ext cx="8229600" cy="438912"/>
          </a:xfrm>
          <a:prstGeom prst="rect">
            <a:avLst/>
          </a:prstGeom>
          <a:noFill/>
          <a:ln/>
        </p:spPr>
        <p:txBody>
          <a:bodyPr wrap="square" lIns="91440" tIns="45720" rIns="91440" bIns="45720" rtlCol="0" anchor="ctr"/>
          <a:lstStyle/>
          <a:p>
            <a:pPr marL="0" indent="0">
              <a:buNone/>
            </a:pPr>
            <a:r>
              <a:rPr lang="en-US" sz="2800" b="1">
                <a:solidFill>
                  <a:srgbClr val="1B3A8A"/>
                </a:solidFill>
                <a:latin typeface="Calibri"/>
                <a:ea typeface="Calibri"/>
                <a:cs typeface="Calibri"/>
              </a:rPr>
              <a:t>Conclusion</a:t>
            </a:r>
            <a:endParaRPr lang="en-US" sz="2800">
              <a:latin typeface="Calibri"/>
              <a:ea typeface="Calibri"/>
              <a:cs typeface="Calibri"/>
            </a:endParaRPr>
          </a:p>
        </p:txBody>
      </p:sp>
      <p:sp>
        <p:nvSpPr>
          <p:cNvPr id="5" name="Shape 3"/>
          <p:cNvSpPr/>
          <p:nvPr/>
        </p:nvSpPr>
        <p:spPr>
          <a:xfrm>
            <a:off x="0" y="4983480"/>
            <a:ext cx="9144000" cy="160020"/>
          </a:xfrm>
          <a:prstGeom prst="rect">
            <a:avLst/>
          </a:prstGeom>
          <a:solidFill>
            <a:srgbClr val="1B3A8A"/>
          </a:solidFill>
          <a:ln/>
        </p:spPr>
      </p:sp>
      <p:sp>
        <p:nvSpPr>
          <p:cNvPr id="14" name="Text 12"/>
          <p:cNvSpPr/>
          <p:nvPr/>
        </p:nvSpPr>
        <p:spPr>
          <a:xfrm>
            <a:off x="230757" y="1083477"/>
            <a:ext cx="4114800" cy="3474720"/>
          </a:xfrm>
          <a:prstGeom prst="rect">
            <a:avLst/>
          </a:prstGeom>
          <a:noFill/>
          <a:ln/>
        </p:spPr>
        <p:txBody>
          <a:bodyPr wrap="square" lIns="91440" tIns="45720" rIns="91440" bIns="45720" rtlCol="0" anchor="t"/>
          <a:lstStyle/>
          <a:p>
            <a:r>
              <a:rPr lang="en-US" dirty="0">
                <a:solidFill>
                  <a:srgbClr val="1A1A2E"/>
                </a:solidFill>
                <a:ea typeface="+mn-lt"/>
                <a:cs typeface="+mn-lt"/>
              </a:rPr>
              <a:t>Successfully built a no-code real estate intelligence platform using Excel, Power BI, and Copilot Studio. All eight objectives were achieved, confirming Kolkata as a rental-dominated market, with 3BHK most listed, East as priciest, and West as most affordable. This proves accessible Microsoft 365 tools can make data-driven decisions available to everyone.</a:t>
            </a: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3A8A"/>
          </a:solidFill>
          <a:ln/>
        </p:spPr>
      </p:sp>
      <p:sp>
        <p:nvSpPr>
          <p:cNvPr id="3" name="Text 1"/>
          <p:cNvSpPr/>
          <p:nvPr/>
        </p:nvSpPr>
        <p:spPr>
          <a:xfrm>
            <a:off x="7772400" y="45720"/>
            <a:ext cx="1280160" cy="411480"/>
          </a:xfrm>
          <a:prstGeom prst="rect">
            <a:avLst/>
          </a:prstGeom>
          <a:noFill/>
          <a:ln/>
        </p:spPr>
        <p:txBody>
          <a:bodyPr wrap="square" rtlCol="0" anchor="ctr"/>
          <a:lstStyle/>
          <a:p>
            <a:pPr marL="0" indent="0" algn="r">
              <a:buNone/>
            </a:pPr>
            <a:r>
              <a:rPr lang="en-US" sz="800" b="1">
                <a:solidFill>
                  <a:srgbClr val="4FC3F7"/>
                </a:solidFill>
                <a:latin typeface="Calibri" pitchFamily="34" charset="0"/>
                <a:ea typeface="Calibri" pitchFamily="34" charset="-122"/>
                <a:cs typeface="Calibri" pitchFamily="34" charset="-120"/>
              </a:rPr>
              <a:t>edunet</a:t>
            </a:r>
            <a:endParaRPr lang="en-US" sz="800"/>
          </a:p>
          <a:p>
            <a:pPr marL="0" indent="0" algn="r">
              <a:buNone/>
            </a:pPr>
            <a:r>
              <a:rPr lang="en-US" sz="800" b="1">
                <a:solidFill>
                  <a:srgbClr val="4FC3F7"/>
                </a:solidFill>
                <a:latin typeface="Calibri" pitchFamily="34" charset="0"/>
                <a:ea typeface="Calibri" pitchFamily="34" charset="-122"/>
                <a:cs typeface="Calibri" pitchFamily="34" charset="-120"/>
              </a:rPr>
              <a:t>foundation</a:t>
            </a:r>
            <a:endParaRPr lang="en-US" sz="800"/>
          </a:p>
        </p:txBody>
      </p:sp>
      <p:sp>
        <p:nvSpPr>
          <p:cNvPr id="4" name="Text 2"/>
          <p:cNvSpPr/>
          <p:nvPr/>
        </p:nvSpPr>
        <p:spPr>
          <a:xfrm>
            <a:off x="320040" y="621792"/>
            <a:ext cx="8229600" cy="438912"/>
          </a:xfrm>
          <a:prstGeom prst="rect">
            <a:avLst/>
          </a:prstGeom>
          <a:noFill/>
          <a:ln/>
        </p:spPr>
        <p:txBody>
          <a:bodyPr wrap="square" rtlCol="0" anchor="ctr"/>
          <a:lstStyle/>
          <a:p>
            <a:pPr marL="0" indent="0">
              <a:buNone/>
            </a:pPr>
            <a:r>
              <a:rPr lang="en-US" sz="2200" b="1">
                <a:solidFill>
                  <a:srgbClr val="1B3A8A"/>
                </a:solidFill>
                <a:latin typeface="Calibri" pitchFamily="34" charset="0"/>
                <a:ea typeface="Calibri" pitchFamily="34" charset="-122"/>
                <a:cs typeface="Calibri" pitchFamily="34" charset="-120"/>
              </a:rPr>
              <a:t>Future Scope</a:t>
            </a:r>
            <a:endParaRPr lang="en-US" sz="2200"/>
          </a:p>
        </p:txBody>
      </p:sp>
      <p:sp>
        <p:nvSpPr>
          <p:cNvPr id="5" name="Shape 3"/>
          <p:cNvSpPr/>
          <p:nvPr/>
        </p:nvSpPr>
        <p:spPr>
          <a:xfrm>
            <a:off x="0" y="4983480"/>
            <a:ext cx="9144000" cy="160020"/>
          </a:xfrm>
          <a:prstGeom prst="rect">
            <a:avLst/>
          </a:prstGeom>
          <a:solidFill>
            <a:srgbClr val="1B3A8A"/>
          </a:solidFill>
          <a:ln/>
        </p:spPr>
      </p:sp>
      <p:sp>
        <p:nvSpPr>
          <p:cNvPr id="14" name="Text 12"/>
          <p:cNvSpPr/>
          <p:nvPr/>
        </p:nvSpPr>
        <p:spPr>
          <a:xfrm>
            <a:off x="457200" y="1234440"/>
            <a:ext cx="4114800" cy="3474720"/>
          </a:xfrm>
          <a:prstGeom prst="rect">
            <a:avLst/>
          </a:prstGeom>
          <a:noFill/>
          <a:ln/>
        </p:spPr>
        <p:txBody>
          <a:bodyPr wrap="square" lIns="91440" tIns="45720" rIns="91440" bIns="45720" rtlCol="0" anchor="t"/>
          <a:lstStyle/>
          <a:p>
            <a:pPr marL="0" indent="0">
              <a:buNone/>
            </a:pPr>
            <a:endParaRPr lang="en-US" sz="1300" dirty="0">
              <a:solidFill>
                <a:srgbClr val="1A1A2E"/>
              </a:solidFill>
              <a:ea typeface="Calibri"/>
              <a:cs typeface="Calibri"/>
            </a:endParaRPr>
          </a:p>
        </p:txBody>
      </p:sp>
      <p:sp>
        <p:nvSpPr>
          <p:cNvPr id="18" name="Text 12">
            <a:extLst>
              <a:ext uri="{FF2B5EF4-FFF2-40B4-BE49-F238E27FC236}">
                <a16:creationId xmlns:a16="http://schemas.microsoft.com/office/drawing/2014/main" id="{8C7A7E74-ABB5-6664-2EA7-11C1F0D749E0}"/>
              </a:ext>
            </a:extLst>
          </p:cNvPr>
          <p:cNvSpPr/>
          <p:nvPr/>
        </p:nvSpPr>
        <p:spPr>
          <a:xfrm>
            <a:off x="231077" y="1092887"/>
            <a:ext cx="4114800" cy="3474720"/>
          </a:xfrm>
          <a:prstGeom prst="rect">
            <a:avLst/>
          </a:prstGeom>
          <a:noFill/>
          <a:ln/>
        </p:spPr>
        <p:txBody>
          <a:bodyPr wrap="square" lIns="91440" tIns="45720" rIns="91440" bIns="4572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buFont typeface="Arial"/>
              <a:buChar char="•"/>
            </a:pPr>
            <a:r>
              <a:rPr lang="en-US">
                <a:solidFill>
                  <a:srgbClr val="1A1A2E"/>
                </a:solidFill>
                <a:ea typeface="+mn-lt"/>
                <a:cs typeface="+mn-lt"/>
              </a:rPr>
              <a:t>Real-time property data</a:t>
            </a:r>
            <a:r>
              <a:rPr lang="en-US" dirty="0">
                <a:solidFill>
                  <a:srgbClr val="1A1A2E"/>
                </a:solidFill>
                <a:ea typeface="+mn-lt"/>
                <a:cs typeface="+mn-lt"/>
              </a:rPr>
              <a:t> </a:t>
            </a:r>
            <a:endParaRPr lang="en-US">
              <a:solidFill>
                <a:srgbClr val="1A1A2E"/>
              </a:solidFill>
              <a:ea typeface="Calibri"/>
              <a:cs typeface="Calibri"/>
            </a:endParaRPr>
          </a:p>
          <a:p>
            <a:pPr marL="285750" indent="-285750">
              <a:buFont typeface="Arial"/>
              <a:buChar char="•"/>
            </a:pPr>
            <a:r>
              <a:rPr lang="en-US">
                <a:solidFill>
                  <a:srgbClr val="1A1A2E"/>
                </a:solidFill>
                <a:ea typeface="+mn-lt"/>
                <a:cs typeface="+mn-lt"/>
              </a:rPr>
              <a:t>Integrate real-time property data via APIs</a:t>
            </a:r>
            <a:endParaRPr lang="en-US">
              <a:solidFill>
                <a:srgbClr val="000000"/>
              </a:solidFill>
              <a:ea typeface="+mn-lt"/>
              <a:cs typeface="+mn-lt"/>
            </a:endParaRPr>
          </a:p>
          <a:p>
            <a:pPr marL="285750" indent="-285750">
              <a:buFont typeface="Arial"/>
              <a:buChar char="•"/>
            </a:pPr>
            <a:r>
              <a:rPr lang="en-US">
                <a:solidFill>
                  <a:srgbClr val="1A1A2E"/>
                </a:solidFill>
                <a:ea typeface="+mn-lt"/>
                <a:cs typeface="+mn-lt"/>
              </a:rPr>
              <a:t>Apply ML models for price prediction</a:t>
            </a:r>
            <a:endParaRPr lang="en-US"/>
          </a:p>
          <a:p>
            <a:pPr marL="285750" indent="-285750">
              <a:buFont typeface="Arial"/>
              <a:buChar char="•"/>
            </a:pPr>
            <a:r>
              <a:rPr lang="en-US">
                <a:solidFill>
                  <a:srgbClr val="1A1A2E"/>
                </a:solidFill>
                <a:ea typeface="+mn-lt"/>
                <a:cs typeface="+mn-lt"/>
              </a:rPr>
              <a:t>Publish Power BI dashboard online</a:t>
            </a:r>
            <a:endParaRPr lang="en-US"/>
          </a:p>
          <a:p>
            <a:pPr marL="285750" indent="-285750">
              <a:buFont typeface="Arial"/>
              <a:buChar char="•"/>
            </a:pPr>
            <a:r>
              <a:rPr lang="en-US">
                <a:solidFill>
                  <a:srgbClr val="1A1A2E"/>
                </a:solidFill>
                <a:ea typeface="+mn-lt"/>
                <a:cs typeface="+mn-lt"/>
              </a:rPr>
              <a:t>Deploy Copilot Studio agent publicly</a:t>
            </a:r>
            <a:endParaRPr lang="en-US"/>
          </a:p>
          <a:p>
            <a:pPr marL="285750" indent="-285750">
              <a:buFont typeface="Arial"/>
              <a:buChar char="•"/>
            </a:pPr>
            <a:r>
              <a:rPr lang="en-US" dirty="0">
                <a:solidFill>
                  <a:srgbClr val="1A1A2E"/>
                </a:solidFill>
                <a:ea typeface="+mn-lt"/>
                <a:cs typeface="+mn-lt"/>
              </a:rPr>
              <a:t>Expand to other Indian cities (Mumbai, Delhi, Bangalore)</a:t>
            </a:r>
            <a:endParaRPr lang="en-US" dirty="0"/>
          </a:p>
          <a:p>
            <a:pPr marL="285750" indent="-285750">
              <a:buFont typeface="Arial"/>
              <a:buChar char="•"/>
            </a:pPr>
            <a:r>
              <a:rPr lang="en-US">
                <a:solidFill>
                  <a:srgbClr val="1A1A2E"/>
                </a:solidFill>
                <a:ea typeface="+mn-lt"/>
                <a:cs typeface="+mn-lt"/>
              </a:rPr>
              <a:t>Include commercial properties</a:t>
            </a:r>
            <a:endParaRPr lang="en-US"/>
          </a:p>
          <a:p>
            <a:r>
              <a:rPr lang="en-US" dirty="0">
                <a:solidFill>
                  <a:srgbClr val="1A1A2E"/>
                </a:solidFill>
                <a:ea typeface="+mn-lt"/>
                <a:cs typeface="+mn-lt"/>
              </a:rPr>
              <a:t> </a:t>
            </a:r>
            <a:br>
              <a:rPr lang="en-US" dirty="0"/>
            </a:br>
            <a:endParaRPr lang="en-US">
              <a:ea typeface="Calibri"/>
              <a:cs typeface="Calibri"/>
            </a:endParaRPr>
          </a:p>
          <a:p>
            <a:endParaRPr lang="en-US" dirty="0">
              <a:solidFill>
                <a:srgbClr val="1A1A2E"/>
              </a:solidFill>
              <a:ea typeface="Calibri"/>
              <a:cs typeface="Calibri"/>
            </a:endParaRPr>
          </a:p>
          <a:p>
            <a:pPr marL="0" indent="0">
              <a:buNone/>
            </a:pPr>
            <a:endParaRPr lang="en-US" dirty="0">
              <a:solidFill>
                <a:srgbClr val="1A1A2E"/>
              </a:solidFill>
              <a:latin typeface="Lato" panose="020F0502020204030203" pitchFamily="34" charset="0"/>
              <a:ea typeface="Calibri"/>
              <a:cs typeface="Arial" panose="020B0604020202020204" pitchFamily="34" charset="0"/>
            </a:endParaRPr>
          </a:p>
        </p:txBody>
      </p:sp>
      <p:pic>
        <p:nvPicPr>
          <p:cNvPr id="19" name="Picture 18" descr="A hand touching a circle&#10;&#10;AI-generated content may be incorrect.">
            <a:extLst>
              <a:ext uri="{FF2B5EF4-FFF2-40B4-BE49-F238E27FC236}">
                <a16:creationId xmlns:a16="http://schemas.microsoft.com/office/drawing/2014/main" id="{CC88191E-471A-616D-78DC-B0562795AB72}"/>
              </a:ext>
            </a:extLst>
          </p:cNvPr>
          <p:cNvPicPr>
            <a:picLocks noChangeAspect="1"/>
          </p:cNvPicPr>
          <p:nvPr/>
        </p:nvPicPr>
        <p:blipFill>
          <a:blip r:embed="rId3"/>
          <a:stretch>
            <a:fillRect/>
          </a:stretch>
        </p:blipFill>
        <p:spPr>
          <a:xfrm>
            <a:off x="4289485" y="1239171"/>
            <a:ext cx="4856670" cy="2557326"/>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3A8A"/>
          </a:solidFill>
          <a:ln/>
        </p:spPr>
      </p:sp>
      <p:sp>
        <p:nvSpPr>
          <p:cNvPr id="3" name="Text 1"/>
          <p:cNvSpPr/>
          <p:nvPr/>
        </p:nvSpPr>
        <p:spPr>
          <a:xfrm>
            <a:off x="6305973" y="45720"/>
            <a:ext cx="2746587" cy="411480"/>
          </a:xfrm>
          <a:prstGeom prst="rect">
            <a:avLst/>
          </a:prstGeom>
          <a:noFill/>
          <a:ln/>
        </p:spPr>
        <p:txBody>
          <a:bodyPr wrap="square" rtlCol="0" anchor="ctr"/>
          <a:lstStyle/>
          <a:p>
            <a:pPr marL="0" indent="0" algn="r">
              <a:buNone/>
            </a:pPr>
            <a:r>
              <a:rPr lang="en-US" sz="800" b="1">
                <a:solidFill>
                  <a:srgbClr val="4FC3F7"/>
                </a:solidFill>
                <a:latin typeface="Calibri" pitchFamily="34" charset="0"/>
                <a:ea typeface="Calibri" pitchFamily="34" charset="-122"/>
                <a:cs typeface="Calibri" pitchFamily="34" charset="-120"/>
              </a:rPr>
              <a:t>edunet</a:t>
            </a:r>
            <a:endParaRPr lang="en-US" sz="800"/>
          </a:p>
          <a:p>
            <a:pPr marL="0" indent="0" algn="r">
              <a:buNone/>
            </a:pPr>
            <a:r>
              <a:rPr lang="en-US" sz="800" b="1">
                <a:solidFill>
                  <a:srgbClr val="4FC3F7"/>
                </a:solidFill>
                <a:latin typeface="Calibri" pitchFamily="34" charset="0"/>
                <a:ea typeface="Calibri" pitchFamily="34" charset="-122"/>
                <a:cs typeface="Calibri" pitchFamily="34" charset="-120"/>
              </a:rPr>
              <a:t>foundation</a:t>
            </a:r>
            <a:endParaRPr lang="en-US" sz="800"/>
          </a:p>
        </p:txBody>
      </p:sp>
      <p:sp>
        <p:nvSpPr>
          <p:cNvPr id="4" name="Text 2"/>
          <p:cNvSpPr/>
          <p:nvPr/>
        </p:nvSpPr>
        <p:spPr>
          <a:xfrm>
            <a:off x="914400" y="1371600"/>
            <a:ext cx="7315200" cy="1463040"/>
          </a:xfrm>
          <a:prstGeom prst="rect">
            <a:avLst/>
          </a:prstGeom>
          <a:noFill/>
          <a:ln/>
        </p:spPr>
        <p:txBody>
          <a:bodyPr wrap="square" rtlCol="0" anchor="ctr"/>
          <a:lstStyle/>
          <a:p>
            <a:pPr marL="0" indent="0" algn="ctr">
              <a:buNone/>
            </a:pPr>
            <a:r>
              <a:rPr lang="en-US" sz="7200" b="1">
                <a:solidFill>
                  <a:srgbClr val="1B3A8A"/>
                </a:solidFill>
                <a:latin typeface="Calibri" pitchFamily="34" charset="0"/>
                <a:ea typeface="Calibri" pitchFamily="34" charset="-122"/>
                <a:cs typeface="Calibri" pitchFamily="34" charset="-120"/>
              </a:rPr>
              <a:t>Thank You</a:t>
            </a:r>
            <a:endParaRPr lang="en-US" sz="7200"/>
          </a:p>
        </p:txBody>
      </p:sp>
      <p:sp>
        <p:nvSpPr>
          <p:cNvPr id="5" name="Text 3"/>
          <p:cNvSpPr/>
          <p:nvPr/>
        </p:nvSpPr>
        <p:spPr>
          <a:xfrm>
            <a:off x="914400" y="3017520"/>
            <a:ext cx="7315200" cy="411480"/>
          </a:xfrm>
          <a:prstGeom prst="rect">
            <a:avLst/>
          </a:prstGeom>
          <a:noFill/>
          <a:ln/>
        </p:spPr>
        <p:txBody>
          <a:bodyPr wrap="square" rtlCol="0" anchor="ctr"/>
          <a:lstStyle/>
          <a:p>
            <a:pPr marL="0" indent="0" algn="ctr">
              <a:buNone/>
            </a:pPr>
            <a:r>
              <a:rPr lang="en-US" sz="1400" kern="0" spc="200">
                <a:solidFill>
                  <a:srgbClr val="1565C0"/>
                </a:solidFill>
                <a:latin typeface="Calibri" pitchFamily="34" charset="0"/>
                <a:ea typeface="Calibri" pitchFamily="34" charset="-122"/>
                <a:cs typeface="Calibri" pitchFamily="34" charset="-120"/>
              </a:rPr>
              <a:t>AICW Fellowship  |  Student Project Presentation 2026</a:t>
            </a:r>
            <a:endParaRPr lang="en-US" sz="1400"/>
          </a:p>
        </p:txBody>
      </p:sp>
      <p:sp>
        <p:nvSpPr>
          <p:cNvPr id="6" name="Text 4"/>
          <p:cNvSpPr/>
          <p:nvPr/>
        </p:nvSpPr>
        <p:spPr>
          <a:xfrm>
            <a:off x="914400" y="3566160"/>
            <a:ext cx="7315200" cy="320040"/>
          </a:xfrm>
          <a:prstGeom prst="rect">
            <a:avLst/>
          </a:prstGeom>
          <a:noFill/>
          <a:ln/>
        </p:spPr>
        <p:txBody>
          <a:bodyPr wrap="square" lIns="91440" tIns="45720" rIns="91440" bIns="45720" rtlCol="0" anchor="ctr"/>
          <a:lstStyle/>
          <a:p>
            <a:pPr marL="0" indent="0" algn="ctr">
              <a:buNone/>
            </a:pPr>
            <a:r>
              <a:rPr lang="en-US" sz="1100">
                <a:solidFill>
                  <a:srgbClr val="607D8B"/>
                </a:solidFill>
                <a:latin typeface="Calibri"/>
                <a:ea typeface="Calibri"/>
                <a:cs typeface="Calibri"/>
              </a:rPr>
              <a:t>  LinkedIn  |   Edunet Foundation</a:t>
            </a:r>
            <a:endParaRPr lang="en-US" sz="1100"/>
          </a:p>
        </p:txBody>
      </p:sp>
      <p:sp>
        <p:nvSpPr>
          <p:cNvPr id="7" name="Shape 5"/>
          <p:cNvSpPr/>
          <p:nvPr/>
        </p:nvSpPr>
        <p:spPr>
          <a:xfrm>
            <a:off x="0" y="4983480"/>
            <a:ext cx="9144000" cy="160020"/>
          </a:xfrm>
          <a:prstGeom prst="rect">
            <a:avLst/>
          </a:prstGeom>
          <a:solidFill>
            <a:srgbClr val="1B3A8A"/>
          </a:solidFill>
          <a:ln/>
        </p:spPr>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(16:9)</PresentationFormat>
  <Slides>11</Slides>
  <Notes>9</Notes>
  <HiddenSlides>0</HiddenSlide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AICW Student Project Presentation Template 2026</dc:title>
  <dc:subject>PptxGenJS Presentation</dc:subject>
  <dc:creator>PptxGenJS</dc:creator>
  <cp:revision>482</cp:revision>
  <dcterms:created xsi:type="dcterms:W3CDTF">2026-02-18T09:17:23Z</dcterms:created>
  <dcterms:modified xsi:type="dcterms:W3CDTF">2026-04-17T15:25:52Z</dcterms:modified>
</cp:coreProperties>
</file>